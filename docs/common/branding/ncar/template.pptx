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normAutofit/>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30,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4/30/26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0" indent="-228600">
              <a:buClrTx/>
              <a:buFont typeface="Arial" panose="020B0604020202020204" pitchFamily="34" charset="0"/>
              <a:buChar char="•"/>
              <a:defRPr baseline="0">
                <a:latin typeface="Poppins" pitchFamily="2" charset="77"/>
              </a:defRPr>
            </a:lvl1pPr>
            <a:lvl2pPr marL="457200" indent="-228600">
              <a:buFont typeface="Wingdings" pitchFamily="2" charset="2"/>
              <a:buChar char="§"/>
              <a:defRPr baseline="0"/>
            </a:lvl2pPr>
            <a:lvl3pPr marL="914400" indent="-228600">
              <a:buFont typeface="Courier New" panose="02070309020205020404" pitchFamily="49" charset="0"/>
              <a:buChar char="o"/>
              <a:defRPr baseline="0"/>
            </a:lvl3pPr>
            <a:lvl4pPr marL="1371600" indent="-228600">
              <a:defRPr baseline="0"/>
            </a:lvl4pPr>
            <a:lvl5pPr marL="1828800" indent="-228600">
              <a:defRPr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0"/>
            <a:ext cx="10972800" cy="1371600"/>
          </a:xfrm>
          <a:prstGeom prst="rect">
            <a:avLst/>
          </a:prstGeom>
        </p:spPr>
        <p:txBody>
          <a:bodyPr anchor="t"/>
          <a:lstStyle>
            <a:lvl1pPr algn="l">
              <a:defRPr sz="4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2560320"/>
            <a:ext cx="10972800" cy="1828800"/>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Font typeface="Arial" panose="020B0604020202020204" pitchFamily="34" charset="0"/>
              <a:buChar char="•"/>
              <a:defRPr sz="3200"/>
            </a:lvl1pPr>
            <a:lvl2pPr>
              <a:buFont typeface="Wingdings" pitchFamily="2" charset="2"/>
              <a:buChar char="§"/>
              <a:defRPr sz="2800"/>
            </a:lvl2pPr>
            <a:lvl3pPr>
              <a:buFont typeface="Courier New" panose="02070309020205020404" pitchFamily="49" charset="0"/>
              <a:buChar char="o"/>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0" indent="-228600" algn="l" defTabSz="457189" rtl="0" eaLnBrk="1" latinLnBrk="0" hangingPunct="1">
        <a:lnSpc>
          <a:spcPct val="100000"/>
        </a:lnSpc>
        <a:spcBef>
          <a:spcPts val="1000"/>
        </a:spcBef>
        <a:buFont typeface="Arial" panose="020B0604020202020204" pitchFamily="34" charset="0"/>
        <a:buChar char="•"/>
        <a:defRPr sz="2800" b="0" kern="1200" baseline="0">
          <a:solidFill>
            <a:schemeClr val="tx1"/>
          </a:solidFill>
          <a:latin typeface="Poppins" pitchFamily="2" charset="77"/>
          <a:ea typeface="+mn-ea"/>
          <a:cs typeface="+mn-cs"/>
        </a:defRPr>
      </a:lvl1pPr>
      <a:lvl2pPr marL="457200" indent="-228600" algn="l" defTabSz="457189" rtl="0" eaLnBrk="1" latinLnBrk="0" hangingPunct="1">
        <a:lnSpc>
          <a:spcPct val="100000"/>
        </a:lnSpc>
        <a:spcBef>
          <a:spcPts val="500"/>
        </a:spcBef>
        <a:buFont typeface="Wingdings" pitchFamily="2" charset="2"/>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lnSpc>
          <a:spcPct val="100000"/>
        </a:lnSpc>
        <a:spcBef>
          <a:spcPct val="20000"/>
        </a:spcBef>
        <a:buFont typeface="Courier New" panose="02070309020205020404" pitchFamily="49" charset="0"/>
        <a:buChar char="o"/>
        <a:defRPr sz="2000" kern="1200" baseline="0">
          <a:solidFill>
            <a:schemeClr val="tx1"/>
          </a:solidFill>
          <a:latin typeface="Poppins" pitchFamily="2" charset="77"/>
          <a:ea typeface="+mn-ea"/>
          <a:cs typeface="+mn-cs"/>
        </a:defRPr>
      </a:lvl3pPr>
      <a:lvl4pPr marL="1371600" indent="-228600" algn="l" defTabSz="457189" rtl="0" eaLnBrk="1" latinLnBrk="0" hangingPunct="1">
        <a:lnSpc>
          <a:spcPct val="100000"/>
        </a:lnSpc>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lnSpc>
          <a:spcPct val="100000"/>
        </a:lnSpc>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647</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Wingdings</vt:lpstr>
      <vt:lpstr>Poppins</vt:lpstr>
      <vt:lpstr>Courier New</vt:lpstr>
      <vt:lpstr>Arial</vt:lpstr>
      <vt:lpstr>Calibri</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74</cp:revision>
  <dcterms:created xsi:type="dcterms:W3CDTF">2024-02-22T20:20:40Z</dcterms:created>
  <dcterms:modified xsi:type="dcterms:W3CDTF">2026-04-30T18:01:30Z</dcterms:modified>
</cp:coreProperties>
</file>