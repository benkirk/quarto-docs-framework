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package/2006/relationships/metadata/extended-properties" Target="docProps/app0.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4"/>
  </p:notesMasterIdLst>
  <p:sldIdLst>
    <p:sldId id="256" r:id="rId2"/>
    <p:sldId id="257" r:id="rId3"/>
  </p:sldIdLst>
  <p:sldSz cx="12192000" cy="6858000"/>
  <p:notesSz cx="6858000" cy="9144000"/>
  <p:embeddedFontLst>
    <p:embeddedFont>
      <p:font typeface="Poppins" pitchFamily="2" charset="77"/>
      <p:regular r:id="rId5"/>
      <p:bold r:id="rId6"/>
      <p:italic r:id="rId7"/>
      <p:boldItalic r:id="rId8"/>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FA4E77B2-646B-D647-8523-6BC70DEF2CD6}">
          <p14:sldIdLst>
            <p14:sldId id="256"/>
            <p14:sldId id="25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7931" autoAdjust="0"/>
    <p:restoredTop sz="94726" autoAdjust="0"/>
  </p:normalViewPr>
  <p:slideViewPr>
    <p:cSldViewPr snapToGrid="0" snapToObjects="1">
      <p:cViewPr varScale="1">
        <p:scale>
          <a:sx n="128" d="100"/>
          <a:sy n="128" d="100"/>
        </p:scale>
        <p:origin x="968" y="17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3" Type="http://schemas.openxmlformats.org/officeDocument/2006/relationships/slide" Target="slides/slide2.xml"/><Relationship Id="rId7" Type="http://schemas.openxmlformats.org/officeDocument/2006/relationships/font" Target="fonts/font3.fntdata"/><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theme" Target="theme/theme1.xml"/><Relationship Id="rId5" Type="http://schemas.openxmlformats.org/officeDocument/2006/relationships/font" Target="fonts/font1.fntdata"/><Relationship Id="rId10" Type="http://schemas.openxmlformats.org/officeDocument/2006/relationships/viewProps" Target="viewProps.xml"/><Relationship Id="rId4" Type="http://schemas.openxmlformats.org/officeDocument/2006/relationships/notesMaster" Target="notesMasters/notesMaster1.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4/30/26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divider-logo.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 - White" preserve="1" userDrawn="1">
  <p:cSld name="Title Slide">
    <p:spTree>
      <p:nvGrpSpPr>
        <p:cNvPr id="1" name="Shape 7"/>
        <p:cNvGrpSpPr/>
        <p:nvPr/>
      </p:nvGrpSpPr>
      <p:grpSpPr>
        <a:xfrm>
          <a:off x="0" y="0"/>
          <a:ext cx="0" cy="0"/>
          <a:chOff x="0" y="0"/>
          <a:chExt cx="0" cy="0"/>
        </a:xfrm>
      </p:grpSpPr>
      <p:pic>
        <p:nvPicPr>
          <p:cNvPr id="3" name="Picture 2">
            <a:extLst>
              <a:ext uri="{FF2B5EF4-FFF2-40B4-BE49-F238E27FC236}">
                <a16:creationId xmlns:a16="http://schemas.microsoft.com/office/drawing/2014/main" id="{6867151D-82FD-1E9B-34F2-6D4A2736906C}"/>
              </a:ext>
            </a:extLst>
          </p:cNvPr>
          <p:cNvPicPr>
            <a:picLocks noChangeAspect="1"/>
          </p:cNvPicPr>
          <p:nvPr userDrawn="1"/>
        </p:nvPicPr>
        <p:blipFill>
          <a:blip r:embed="rId2"/>
          <a:srcRect l="146" r="24636" b="11978"/>
          <a:stretch>
            <a:fillRect/>
          </a:stretch>
        </p:blipFill>
        <p:spPr>
          <a:xfrm>
            <a:off x="6200502" y="0"/>
            <a:ext cx="5991497" cy="6858000"/>
          </a:xfrm>
          <a:prstGeom prst="rect">
            <a:avLst/>
          </a:prstGeom>
        </p:spPr>
      </p:pic>
      <p:pic>
        <p:nvPicPr>
          <p:cNvPr id="9" name="Google Shape;9;p2" title="NCAR-Cover-White.png"/>
          <p:cNvPicPr preferRelativeResize="0"/>
          <p:nvPr/>
        </p:nvPicPr>
        <p:blipFill rotWithShape="1">
          <a:blip r:embed="rId3">
            <a:alphaModFix/>
          </a:blip>
          <a:srcRect r="28377"/>
          <a:stretch/>
        </p:blipFill>
        <p:spPr>
          <a:xfrm>
            <a:off x="0" y="0"/>
            <a:ext cx="8732301" cy="6858000"/>
          </a:xfrm>
          <a:prstGeom prst="rect">
            <a:avLst/>
          </a:prstGeom>
          <a:noFill/>
          <a:ln>
            <a:noFill/>
          </a:ln>
        </p:spPr>
      </p:pic>
      <p:pic>
        <p:nvPicPr>
          <p:cNvPr id="11" name="Google Shape;11;p2" title="NCAR-Logo-Blue.png"/>
          <p:cNvPicPr preferRelativeResize="0">
            <a:picLocks noChangeAspect="1"/>
          </p:cNvPicPr>
          <p:nvPr/>
        </p:nvPicPr>
        <p:blipFill>
          <a:blip r:embed="rId4">
            <a:alphaModFix/>
          </a:blip>
          <a:stretch>
            <a:fillRect/>
          </a:stretch>
        </p:blipFill>
        <p:spPr>
          <a:xfrm>
            <a:off x="383095" y="655501"/>
            <a:ext cx="5497115" cy="1434556"/>
          </a:xfrm>
          <a:prstGeom prst="rect">
            <a:avLst/>
          </a:prstGeom>
          <a:noFill/>
          <a:ln>
            <a:noFill/>
          </a:ln>
        </p:spPr>
      </p:pic>
      <p:sp>
        <p:nvSpPr>
          <p:cNvPr id="2" name="Slide Number Placeholder 4">
            <a:extLst>
              <a:ext uri="{FF2B5EF4-FFF2-40B4-BE49-F238E27FC236}">
                <a16:creationId xmlns:a16="http://schemas.microsoft.com/office/drawing/2014/main" id="{4F87F4AD-06D0-6BE9-AB08-521C1B183DDD}"/>
              </a:ext>
            </a:extLst>
          </p:cNvPr>
          <p:cNvSpPr txBox="1">
            <a:spLocks/>
          </p:cNvSpPr>
          <p:nvPr userDrawn="1"/>
        </p:nvSpPr>
        <p:spPr>
          <a:xfrm>
            <a:off x="11409045" y="6333135"/>
            <a:ext cx="731600" cy="524800"/>
          </a:xfrm>
          <a:prstGeom prst="rect">
            <a:avLst/>
          </a:prstGeom>
        </p:spPr>
        <p:txBody>
          <a:bodyPr vert="horz" lIns="91440" tIns="45720" rIns="91440" bIns="45720" rtlCol="0" anchor="ctr"/>
          <a:lstStyle>
            <a:defPPr>
              <a:defRPr lang="en-US"/>
            </a:defPPr>
            <a:lvl1pPr marL="0" algn="ctr" defTabSz="609585" rtl="0" eaLnBrk="1" latinLnBrk="0" hangingPunct="1">
              <a:defRPr sz="1200" kern="1200" baseline="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C5EF2332-01BF-834F-8236-50238282D533}" type="slidenum">
              <a:rPr lang="en-US" smtClean="0"/>
              <a:pPr/>
              <a:t>‹#›</a:t>
            </a:fld>
            <a:endParaRPr lang="en-US"/>
          </a:p>
        </p:txBody>
      </p:sp>
      <p:sp>
        <p:nvSpPr>
          <p:cNvPr id="4" name="Google Shape;87;p13">
            <a:extLst>
              <a:ext uri="{FF2B5EF4-FFF2-40B4-BE49-F238E27FC236}">
                <a16:creationId xmlns:a16="http://schemas.microsoft.com/office/drawing/2014/main" id="{B6682575-1901-A61C-F16F-595E8D16E9F8}"/>
              </a:ext>
            </a:extLst>
          </p:cNvPr>
          <p:cNvSpPr/>
          <p:nvPr userDrawn="1"/>
        </p:nvSpPr>
        <p:spPr>
          <a:xfrm>
            <a:off x="0" y="2955073"/>
            <a:ext cx="151075" cy="2226283"/>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a:ea typeface="Poppins"/>
              <a:cs typeface="Poppins"/>
              <a:sym typeface="Poppins"/>
            </a:endParaRPr>
          </a:p>
        </p:txBody>
      </p:sp>
      <p:sp>
        <p:nvSpPr>
          <p:cNvPr id="6" name="Google Shape;90;p13">
            <a:extLst>
              <a:ext uri="{FF2B5EF4-FFF2-40B4-BE49-F238E27FC236}">
                <a16:creationId xmlns:a16="http://schemas.microsoft.com/office/drawing/2014/main" id="{D6258EEB-EAA6-87D4-0EC0-1E7FB3E611A8}"/>
              </a:ext>
            </a:extLst>
          </p:cNvPr>
          <p:cNvSpPr txBox="1"/>
          <p:nvPr userDrawn="1"/>
        </p:nvSpPr>
        <p:spPr>
          <a:xfrm>
            <a:off x="691024" y="6199095"/>
            <a:ext cx="4483141" cy="648022"/>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800" i="1" baseline="0" dirty="0">
                <a:solidFill>
                  <a:schemeClr val="bg1">
                    <a:lumMod val="50000"/>
                  </a:schemeClr>
                </a:solidFill>
                <a:latin typeface="+mn-lt"/>
                <a:ea typeface="Poppins"/>
                <a:cs typeface="Poppins"/>
                <a:sym typeface="Poppins"/>
              </a:rPr>
              <a:t>This material is based upon work supported by the NSF National Center for Atmospheric Research, a major facility sponsored by the U.S. National Science Foundation and managed by the University Corporation for Atmospheric Research. Any opinions, findings and conclusions or recommendations expressed in this material do not necessarily reflect the views of NSF.</a:t>
            </a:r>
          </a:p>
          <a:p>
            <a:pPr marL="0" lvl="0" indent="0" algn="l" rtl="0">
              <a:spcBef>
                <a:spcPts val="0"/>
              </a:spcBef>
              <a:spcAft>
                <a:spcPts val="0"/>
              </a:spcAft>
              <a:buNone/>
            </a:pPr>
            <a:endParaRPr lang="en-US" sz="800" i="1" baseline="0" dirty="0">
              <a:solidFill>
                <a:schemeClr val="bg1">
                  <a:lumMod val="50000"/>
                </a:schemeClr>
              </a:solidFill>
              <a:latin typeface="+mn-lt"/>
              <a:ea typeface="Poppins"/>
              <a:cs typeface="Poppins"/>
              <a:sym typeface="Poppins"/>
            </a:endParaRPr>
          </a:p>
        </p:txBody>
      </p:sp>
      <p:cxnSp>
        <p:nvCxnSpPr>
          <p:cNvPr id="7" name="Google Shape;89;p13">
            <a:extLst>
              <a:ext uri="{FF2B5EF4-FFF2-40B4-BE49-F238E27FC236}">
                <a16:creationId xmlns:a16="http://schemas.microsoft.com/office/drawing/2014/main" id="{9FB3A171-FBA4-51BF-5CED-EF984843C726}"/>
              </a:ext>
            </a:extLst>
          </p:cNvPr>
          <p:cNvCxnSpPr>
            <a:cxnSpLocks/>
          </p:cNvCxnSpPr>
          <p:nvPr userDrawn="1"/>
        </p:nvCxnSpPr>
        <p:spPr>
          <a:xfrm>
            <a:off x="691024" y="4705291"/>
            <a:ext cx="603900" cy="0"/>
          </a:xfrm>
          <a:prstGeom prst="straightConnector1">
            <a:avLst/>
          </a:prstGeom>
          <a:noFill/>
          <a:ln w="28575" cap="flat" cmpd="sng">
            <a:solidFill>
              <a:schemeClr val="accent1"/>
            </a:solidFill>
            <a:prstDash val="solid"/>
            <a:round/>
            <a:headEnd type="none" w="med" len="med"/>
            <a:tailEnd type="none" w="med" len="med"/>
          </a:ln>
        </p:spPr>
      </p:cxnSp>
      <p:sp>
        <p:nvSpPr>
          <p:cNvPr id="8" name="Title 1">
            <a:extLst>
              <a:ext uri="{FF2B5EF4-FFF2-40B4-BE49-F238E27FC236}">
                <a16:creationId xmlns:a16="http://schemas.microsoft.com/office/drawing/2014/main" id="{EBCA9B8C-692F-6F25-46BC-31E593487B2A}"/>
              </a:ext>
            </a:extLst>
          </p:cNvPr>
          <p:cNvSpPr>
            <a:spLocks noGrp="1"/>
          </p:cNvSpPr>
          <p:nvPr>
            <p:ph type="ctrTitle"/>
          </p:nvPr>
        </p:nvSpPr>
        <p:spPr>
          <a:xfrm>
            <a:off x="691024" y="2955073"/>
            <a:ext cx="5509478" cy="1683309"/>
          </a:xfrm>
          <a:noFill/>
        </p:spPr>
        <p:txBody>
          <a:bodyPr>
            <a:normAutofit/>
          </a:bodyPr>
          <a:lstStyle>
            <a:lvl1pPr>
              <a:defRPr sz="2800" b="1" baseline="0"/>
            </a:lvl1pPr>
          </a:lstStyle>
          <a:p>
            <a:r>
              <a:rPr lang="en-US" dirty="0"/>
              <a:t>Click to edit Master title style</a:t>
            </a:r>
          </a:p>
        </p:txBody>
      </p:sp>
      <p:sp>
        <p:nvSpPr>
          <p:cNvPr id="12" name="Subtitle 2">
            <a:extLst>
              <a:ext uri="{FF2B5EF4-FFF2-40B4-BE49-F238E27FC236}">
                <a16:creationId xmlns:a16="http://schemas.microsoft.com/office/drawing/2014/main" id="{C30243C7-2711-9997-42A1-3703A60F912A}"/>
              </a:ext>
            </a:extLst>
          </p:cNvPr>
          <p:cNvSpPr>
            <a:spLocks noGrp="1"/>
          </p:cNvSpPr>
          <p:nvPr>
            <p:ph type="subTitle" idx="1"/>
          </p:nvPr>
        </p:nvSpPr>
        <p:spPr>
          <a:xfrm>
            <a:off x="691024" y="4778477"/>
            <a:ext cx="5509478" cy="1291021"/>
          </a:xfrm>
          <a:prstGeom prst="rect">
            <a:avLst/>
          </a:prstGeom>
        </p:spPr>
        <p:txBody>
          <a:bodyPr anchor="ctr" anchorCtr="0"/>
          <a:lstStyle>
            <a:lvl1pPr marL="0" indent="0" algn="l">
              <a:buNone/>
              <a:defRPr sz="1800" baseline="0">
                <a:solidFill>
                  <a:schemeClr val="tx1"/>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dirty="0"/>
              <a:t>Click to edit Master subtitle style</a:t>
            </a:r>
          </a:p>
        </p:txBody>
      </p:sp>
      <p:sp>
        <p:nvSpPr>
          <p:cNvPr id="14" name="TextBox 13">
            <a:extLst>
              <a:ext uri="{FF2B5EF4-FFF2-40B4-BE49-F238E27FC236}">
                <a16:creationId xmlns:a16="http://schemas.microsoft.com/office/drawing/2014/main" id="{13740CD1-EC2D-D9A9-53B7-B76C0632E37D}"/>
              </a:ext>
            </a:extLst>
          </p:cNvPr>
          <p:cNvSpPr txBox="1"/>
          <p:nvPr userDrawn="1"/>
        </p:nvSpPr>
        <p:spPr>
          <a:xfrm>
            <a:off x="675552" y="2563100"/>
            <a:ext cx="4844302" cy="307777"/>
          </a:xfrm>
          <a:prstGeom prst="rect">
            <a:avLst/>
          </a:prstGeom>
          <a:noFill/>
        </p:spPr>
        <p:txBody>
          <a:bodyPr wrap="square" anchor="ctr" anchorCtr="0">
            <a:spAutoFit/>
          </a:bodyPr>
          <a:lstStyle/>
          <a:p>
            <a:fld id="{E218F613-5810-D04F-B822-6772AD528273}" type="datetime4">
              <a:rPr lang="en-US" sz="1400" b="1" cap="all" baseline="0" smtClean="0"/>
              <a:pPr/>
              <a:t>April 30, 2026</a:t>
            </a:fld>
            <a:endParaRPr lang="en-US" sz="1400" b="1" cap="all" baseline="0" dirty="0"/>
          </a:p>
        </p:txBody>
      </p:sp>
      <p:sp>
        <p:nvSpPr>
          <p:cNvPr id="5" name="Slide Number Placeholder 5">
            <a:extLst>
              <a:ext uri="{FF2B5EF4-FFF2-40B4-BE49-F238E27FC236}">
                <a16:creationId xmlns:a16="http://schemas.microsoft.com/office/drawing/2014/main" id="{34A6C262-CDA0-EDB1-2AC2-FFCD3EDF5E91}"/>
              </a:ext>
            </a:extLst>
          </p:cNvPr>
          <p:cNvSpPr>
            <a:spLocks noGrp="1"/>
          </p:cNvSpPr>
          <p:nvPr>
            <p:ph type="sldNum" sz="quarter" idx="4"/>
          </p:nvPr>
        </p:nvSpPr>
        <p:spPr>
          <a:xfrm>
            <a:off x="13014" y="6481724"/>
            <a:ext cx="477640" cy="365125"/>
          </a:xfrm>
          <a:prstGeom prst="rect">
            <a:avLst/>
          </a:prstGeom>
        </p:spPr>
        <p:txBody>
          <a:bodyPr vert="horz" lIns="91440" tIns="45720" rIns="91440" bIns="45720" rtlCol="0" anchor="ctr"/>
          <a:lstStyle>
            <a:lvl1pPr algn="ctr">
              <a:defRPr sz="1200" baseline="0">
                <a:solidFill>
                  <a:schemeClr val="tx1"/>
                </a:solidFill>
              </a:defRPr>
            </a:lvl1pPr>
          </a:lstStyle>
          <a:p>
            <a:fld id="{C5EF2332-01BF-834F-8236-50238282D533}" type="slidenum">
              <a:rPr lang="en-US" smtClean="0"/>
              <a:pPr/>
              <a:t>‹#›</a:t>
            </a:fld>
            <a:endParaRPr lang="en-US" dirty="0">
              <a:solidFill>
                <a:schemeClr val="tx1"/>
              </a:solidFill>
            </a:endParaRPr>
          </a:p>
        </p:txBody>
      </p:sp>
      <p:sp>
        <p:nvSpPr>
          <p:cNvPr id="10" name="Date Placeholder 4">
            <a:extLst>
              <a:ext uri="{FF2B5EF4-FFF2-40B4-BE49-F238E27FC236}">
                <a16:creationId xmlns:a16="http://schemas.microsoft.com/office/drawing/2014/main" id="{2B6AD2BA-BE48-2071-356C-379C4FE4F044}"/>
              </a:ext>
            </a:extLst>
          </p:cNvPr>
          <p:cNvSpPr>
            <a:spLocks noGrp="1"/>
          </p:cNvSpPr>
          <p:nvPr>
            <p:ph type="dt" sz="half" idx="2"/>
          </p:nvPr>
        </p:nvSpPr>
        <p:spPr>
          <a:xfrm>
            <a:off x="10436086" y="6556499"/>
            <a:ext cx="1374913" cy="182799"/>
          </a:xfrm>
          <a:prstGeom prst="rect">
            <a:avLst/>
          </a:prstGeom>
        </p:spPr>
        <p:txBody>
          <a:bodyPr vert="horz" lIns="91440" tIns="45720" rIns="91440" bIns="45720" rtlCol="0" anchor="ctr"/>
          <a:lstStyle>
            <a:lvl1pPr algn="r">
              <a:defRPr sz="1200" baseline="0">
                <a:solidFill>
                  <a:schemeClr val="tx1"/>
                </a:solidFill>
              </a:defRPr>
            </a:lvl1pPr>
          </a:lstStyle>
          <a:p>
            <a:pPr algn="r"/>
            <a:fld id="{34459720-2A4C-D342-9515-00AC0588A96C}" type="datetimeFigureOut">
              <a:rPr lang="en-US" smtClean="0"/>
              <a:pPr algn="r"/>
              <a:t>4/30/26</a:t>
            </a:fld>
            <a:endParaRPr lang="en-US" dirty="0"/>
          </a:p>
        </p:txBody>
      </p:sp>
      <p:sp>
        <p:nvSpPr>
          <p:cNvPr id="13" name="Footer Placeholder 6">
            <a:extLst>
              <a:ext uri="{FF2B5EF4-FFF2-40B4-BE49-F238E27FC236}">
                <a16:creationId xmlns:a16="http://schemas.microsoft.com/office/drawing/2014/main" id="{11B4CD95-6513-D8A0-9F1F-34F66817456E}"/>
              </a:ext>
            </a:extLst>
          </p:cNvPr>
          <p:cNvSpPr>
            <a:spLocks noGrp="1"/>
          </p:cNvSpPr>
          <p:nvPr>
            <p:ph type="ftr" sz="quarter" idx="3"/>
          </p:nvPr>
        </p:nvSpPr>
        <p:spPr>
          <a:xfrm>
            <a:off x="555265" y="6556499"/>
            <a:ext cx="4114800" cy="182799"/>
          </a:xfrm>
          <a:prstGeom prst="rect">
            <a:avLst/>
          </a:prstGeom>
        </p:spPr>
        <p:txBody>
          <a:bodyPr vert="horz" lIns="91440" tIns="45720" rIns="91440" bIns="45720" rtlCol="0" anchor="ctr"/>
          <a:lstStyle>
            <a:lvl1pPr algn="l">
              <a:defRPr sz="1200" baseline="0">
                <a:solidFill>
                  <a:schemeClr val="tx1"/>
                </a:solidFill>
              </a:defRPr>
            </a:lvl1pPr>
          </a:lstStyle>
          <a:p>
            <a:pPr algn="l"/>
            <a:endParaRPr lang="en-US" dirty="0"/>
          </a:p>
        </p:txBody>
      </p:sp>
    </p:spTree>
    <p:extLst>
      <p:ext uri="{BB962C8B-B14F-4D97-AF65-F5344CB8AC3E}">
        <p14:creationId xmlns:p14="http://schemas.microsoft.com/office/powerpoint/2010/main" val="2213789154"/>
      </p:ext>
    </p:extLst>
  </p:cSld>
  <p:clrMapOvr>
    <a:masterClrMapping/>
  </p:clrMapOvr>
  <p:extLst>
    <p:ext uri="{DCECCB84-F9BA-43D5-87BE-67443E8EF086}">
      <p15:sldGuideLst xmlns:p15="http://schemas.microsoft.com/office/powerpoint/2012/main">
        <p15:guide id="1" pos="432">
          <p15:clr>
            <a:srgbClr val="E46962"/>
          </p15:clr>
        </p15:guide>
        <p15:guide id="2" pos="2880">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9906000" cy="457200"/>
          </a:xfrm>
          <a:prstGeom prst="rect">
            <a:avLst/>
          </a:prstGeom>
        </p:spPr>
        <p:txBody>
          <a:bodyPr/>
          <a:lstStyle/>
          <a:p>
            <a:r>
              <a:rPr lang="en-US"/>
              <a:t>Click to edit Master title style</a:t>
            </a:r>
          </a:p>
        </p:txBody>
      </p:sp>
      <p:sp>
        <p:nvSpPr>
          <p:cNvPr id="3" name="Slide Number Placeholder 5">
            <a:extLst>
              <a:ext uri="{FF2B5EF4-FFF2-40B4-BE49-F238E27FC236}">
                <a16:creationId xmlns:a16="http://schemas.microsoft.com/office/drawing/2014/main" id="{DE55E6F4-F503-8139-B06C-594972EDCC66}"/>
              </a:ext>
            </a:extLst>
          </p:cNvPr>
          <p:cNvSpPr txBox="1">
            <a:spLocks/>
          </p:cNvSpPr>
          <p:nvPr userDrawn="1"/>
        </p:nvSpPr>
        <p:spPr>
          <a:xfrm>
            <a:off x="13014" y="6481724"/>
            <a:ext cx="477640" cy="365125"/>
          </a:xfrm>
          <a:prstGeom prst="rect">
            <a:avLst/>
          </a:prstGeom>
        </p:spPr>
        <p:txBody>
          <a:bodyPr vert="horz" lIns="91440" tIns="45720" rIns="91440" bIns="45720" rtlCol="0" anchor="ctr"/>
          <a:lstStyle>
            <a:defPPr>
              <a:defRPr lang="en-US"/>
            </a:defPPr>
            <a:lvl1pPr marL="0" algn="ctr" defTabSz="609585" rtl="0" eaLnBrk="1" latinLnBrk="0" hangingPunct="1">
              <a:defRPr sz="1200" kern="1200" baseline="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34727212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8646D-489E-60FE-7A18-9CDC45D41807}"/>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64458514-F400-26C7-7288-45B54DD965FB}"/>
              </a:ext>
            </a:extLst>
          </p:cNvPr>
          <p:cNvSpPr>
            <a:spLocks noGrp="1"/>
          </p:cNvSpPr>
          <p:nvPr>
            <p:ph type="sldNum" sz="quarter" idx="10"/>
          </p:nvPr>
        </p:nvSpPr>
        <p:spPr/>
        <p:txBody>
          <a:bodyPr/>
          <a:lstStyle/>
          <a:p>
            <a:fld id="{C5EF2332-01BF-834F-8236-50238282D533}" type="slidenum">
              <a:rPr lang="en-US" smtClean="0"/>
              <a:pPr/>
              <a:t>‹#›</a:t>
            </a:fld>
            <a:endParaRPr lang="en-US" dirty="0">
              <a:solidFill>
                <a:schemeClr val="tx1"/>
              </a:solidFill>
            </a:endParaRPr>
          </a:p>
        </p:txBody>
      </p:sp>
      <p:sp>
        <p:nvSpPr>
          <p:cNvPr id="4" name="Date Placeholder 3">
            <a:extLst>
              <a:ext uri="{FF2B5EF4-FFF2-40B4-BE49-F238E27FC236}">
                <a16:creationId xmlns:a16="http://schemas.microsoft.com/office/drawing/2014/main" id="{909AA338-C5F6-2612-8A95-BBE47D6054A0}"/>
              </a:ext>
            </a:extLst>
          </p:cNvPr>
          <p:cNvSpPr>
            <a:spLocks noGrp="1"/>
          </p:cNvSpPr>
          <p:nvPr>
            <p:ph type="dt" sz="half" idx="11"/>
          </p:nvPr>
        </p:nvSpPr>
        <p:spPr/>
        <p:txBody>
          <a:bodyPr/>
          <a:lstStyle/>
          <a:p>
            <a:fld id="{34459720-2A4C-D342-9515-00AC0588A96C}" type="datetimeFigureOut">
              <a:rPr lang="en-US" smtClean="0"/>
              <a:t>4/30/26</a:t>
            </a:fld>
            <a:endParaRPr lang="en-US"/>
          </a:p>
        </p:txBody>
      </p:sp>
      <p:sp>
        <p:nvSpPr>
          <p:cNvPr id="5" name="Footer Placeholder 4">
            <a:extLst>
              <a:ext uri="{FF2B5EF4-FFF2-40B4-BE49-F238E27FC236}">
                <a16:creationId xmlns:a16="http://schemas.microsoft.com/office/drawing/2014/main" id="{7911FF1B-B65F-DC84-C2A5-47B7C47CA3BD}"/>
              </a:ext>
            </a:extLst>
          </p:cNvPr>
          <p:cNvSpPr>
            <a:spLocks noGrp="1"/>
          </p:cNvSpPr>
          <p:nvPr>
            <p:ph type="ftr" sz="quarter" idx="12"/>
          </p:nvPr>
        </p:nvSpPr>
        <p:spPr>
          <a:xfrm>
            <a:off x="555265" y="6556499"/>
            <a:ext cx="4114800" cy="182799"/>
          </a:xfrm>
          <a:prstGeom prst="rect">
            <a:avLst/>
          </a:prstGeom>
        </p:spPr>
        <p:txBody>
          <a:bodyPr/>
          <a:lstStyle/>
          <a:p>
            <a:endParaRPr lang="en-US"/>
          </a:p>
        </p:txBody>
      </p:sp>
    </p:spTree>
    <p:extLst>
      <p:ext uri="{BB962C8B-B14F-4D97-AF65-F5344CB8AC3E}">
        <p14:creationId xmlns:p14="http://schemas.microsoft.com/office/powerpoint/2010/main" val="24565708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384048" y="786384"/>
            <a:ext cx="11430000" cy="5486400"/>
          </a:xfrm>
          <a:prstGeom prst="rect">
            <a:avLst/>
          </a:prstGeom>
        </p:spPr>
        <p:txBody>
          <a:bodyPr/>
          <a:lstStyle>
            <a:lvl1pPr marL="228600" indent="-228600">
              <a:buClrTx/>
              <a:buFont typeface="Arial" panose="020B0604020202020204" pitchFamily="34" charset="0"/>
              <a:buChar char="•"/>
              <a:defRPr baseline="0">
                <a:latin typeface="Poppins" pitchFamily="2" charset="77"/>
              </a:defRPr>
            </a:lvl1pPr>
            <a:lvl2pPr marL="457200" indent="-228600">
              <a:buFont typeface="Wingdings" pitchFamily="2" charset="2"/>
              <a:buChar char="§"/>
              <a:defRPr baseline="0"/>
            </a:lvl2pPr>
            <a:lvl3pPr marL="914400" indent="-228600">
              <a:buFont typeface="Courier New" panose="02070309020205020404" pitchFamily="49" charset="0"/>
              <a:buChar char="o"/>
              <a:defRPr baseline="0"/>
            </a:lvl3pPr>
            <a:lvl4pPr marL="1371600" indent="-228600">
              <a:defRPr baseline="0"/>
            </a:lvl4pPr>
            <a:lvl5pPr marL="1828800" indent="-228600">
              <a:defRPr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8">
            <a:extLst>
              <a:ext uri="{FF2B5EF4-FFF2-40B4-BE49-F238E27FC236}">
                <a16:creationId xmlns:a16="http://schemas.microsoft.com/office/drawing/2014/main" id="{16C1CE93-3040-4E7C-AF01-3DC2EF8F8C7E}"/>
              </a:ext>
            </a:extLst>
          </p:cNvPr>
          <p:cNvSpPr>
            <a:spLocks noGrp="1"/>
          </p:cNvSpPr>
          <p:nvPr>
            <p:ph type="title"/>
          </p:nvPr>
        </p:nvSpPr>
        <p:spPr>
          <a:xfrm>
            <a:off x="381000" y="0"/>
            <a:ext cx="9905999" cy="457200"/>
          </a:xfrm>
        </p:spPr>
        <p:txBody>
          <a:bodyPr/>
          <a:lstStyle/>
          <a:p>
            <a:r>
              <a:rPr lang="en-US" dirty="0"/>
              <a:t>Click to edit Master title style</a:t>
            </a:r>
          </a:p>
        </p:txBody>
      </p:sp>
      <p:sp>
        <p:nvSpPr>
          <p:cNvPr id="11" name="Slide Number Placeholder 5">
            <a:extLst>
              <a:ext uri="{FF2B5EF4-FFF2-40B4-BE49-F238E27FC236}">
                <a16:creationId xmlns:a16="http://schemas.microsoft.com/office/drawing/2014/main" id="{6AFDE7CA-02E9-BF8D-B70C-37475DB92919}"/>
              </a:ext>
            </a:extLst>
          </p:cNvPr>
          <p:cNvSpPr>
            <a:spLocks noGrp="1"/>
          </p:cNvSpPr>
          <p:nvPr>
            <p:ph type="sldNum" sz="quarter" idx="4"/>
          </p:nvPr>
        </p:nvSpPr>
        <p:spPr>
          <a:xfrm>
            <a:off x="13014" y="6481724"/>
            <a:ext cx="477640" cy="365125"/>
          </a:xfrm>
          <a:prstGeom prst="rect">
            <a:avLst/>
          </a:prstGeom>
        </p:spPr>
        <p:txBody>
          <a:bodyPr vert="horz" lIns="91440" tIns="45720" rIns="91440" bIns="45720" rtlCol="0" anchor="ctr"/>
          <a:lstStyle>
            <a:lvl1pPr algn="ctr">
              <a:defRPr sz="1200" baseline="0">
                <a:solidFill>
                  <a:schemeClr val="tx1"/>
                </a:solidFill>
              </a:defRPr>
            </a:lvl1pPr>
          </a:lstStyle>
          <a:p>
            <a:fld id="{C5EF2332-01BF-834F-8236-50238282D533}" type="slidenum">
              <a:rPr lang="en-US" smtClean="0"/>
              <a:pPr/>
              <a:t>‹#›</a:t>
            </a:fld>
            <a:endParaRPr lang="en-US" dirty="0">
              <a:solidFill>
                <a:schemeClr val="tx1"/>
              </a:solidFill>
            </a:endParaRPr>
          </a:p>
        </p:txBody>
      </p:sp>
      <p:sp>
        <p:nvSpPr>
          <p:cNvPr id="2" name="Date Placeholder 4">
            <a:extLst>
              <a:ext uri="{FF2B5EF4-FFF2-40B4-BE49-F238E27FC236}">
                <a16:creationId xmlns:a16="http://schemas.microsoft.com/office/drawing/2014/main" id="{C1C6B9FB-9E6D-7963-D1E9-DADB1518FF68}"/>
              </a:ext>
            </a:extLst>
          </p:cNvPr>
          <p:cNvSpPr>
            <a:spLocks noGrp="1"/>
          </p:cNvSpPr>
          <p:nvPr>
            <p:ph type="dt" sz="half" idx="2"/>
          </p:nvPr>
        </p:nvSpPr>
        <p:spPr>
          <a:xfrm>
            <a:off x="10436086" y="6556499"/>
            <a:ext cx="1374913" cy="182799"/>
          </a:xfrm>
          <a:prstGeom prst="rect">
            <a:avLst/>
          </a:prstGeom>
        </p:spPr>
        <p:txBody>
          <a:bodyPr vert="horz" lIns="91440" tIns="45720" rIns="91440" bIns="45720" rtlCol="0" anchor="ctr"/>
          <a:lstStyle>
            <a:lvl1pPr algn="r">
              <a:defRPr sz="1200" baseline="0">
                <a:solidFill>
                  <a:schemeClr val="tx1"/>
                </a:solidFill>
              </a:defRPr>
            </a:lvl1pPr>
          </a:lstStyle>
          <a:p>
            <a:pPr algn="r"/>
            <a:fld id="{34459720-2A4C-D342-9515-00AC0588A96C}" type="datetimeFigureOut">
              <a:rPr lang="en-US" smtClean="0"/>
              <a:pPr algn="r"/>
              <a:t>4/30/26</a:t>
            </a:fld>
            <a:endParaRPr lang="en-US" dirty="0"/>
          </a:p>
        </p:txBody>
      </p:sp>
      <p:sp>
        <p:nvSpPr>
          <p:cNvPr id="4" name="Footer Placeholder 6">
            <a:extLst>
              <a:ext uri="{FF2B5EF4-FFF2-40B4-BE49-F238E27FC236}">
                <a16:creationId xmlns:a16="http://schemas.microsoft.com/office/drawing/2014/main" id="{91AAE2BC-D897-0CA6-8BBD-AC001562D4C7}"/>
              </a:ext>
            </a:extLst>
          </p:cNvPr>
          <p:cNvSpPr>
            <a:spLocks noGrp="1"/>
          </p:cNvSpPr>
          <p:nvPr>
            <p:ph type="ftr" sz="quarter" idx="3"/>
          </p:nvPr>
        </p:nvSpPr>
        <p:spPr>
          <a:xfrm>
            <a:off x="555265" y="6556499"/>
            <a:ext cx="4114800" cy="182799"/>
          </a:xfrm>
          <a:prstGeom prst="rect">
            <a:avLst/>
          </a:prstGeom>
        </p:spPr>
        <p:txBody>
          <a:bodyPr vert="horz" lIns="91440" tIns="45720" rIns="91440" bIns="45720" rtlCol="0" anchor="ctr"/>
          <a:lstStyle>
            <a:lvl1pPr algn="l">
              <a:defRPr sz="1200" baseline="0">
                <a:solidFill>
                  <a:schemeClr val="tx1"/>
                </a:solidFill>
              </a:defRPr>
            </a:lvl1pPr>
          </a:lstStyle>
          <a:p>
            <a:pPr algn="l"/>
            <a:endParaRPr lang="en-US" dirty="0"/>
          </a:p>
        </p:txBody>
      </p:sp>
    </p:spTree>
    <p:extLst>
      <p:ext uri="{BB962C8B-B14F-4D97-AF65-F5344CB8AC3E}">
        <p14:creationId xmlns:p14="http://schemas.microsoft.com/office/powerpoint/2010/main" val="3383460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tx2"/>
        </a:solidFill>
        <a:effectLst/>
      </p:bgPr>
    </p:bg>
    <p:spTree>
      <p:nvGrpSpPr>
        <p:cNvPr id="1" name=""/>
        <p:cNvGrpSpPr/>
        <p:nvPr/>
      </p:nvGrpSpPr>
      <p:grpSpPr>
        <a:xfrm>
          <a:off x="0" y="0"/>
          <a:ext cx="0" cy="0"/>
          <a:chOff x="0" y="0"/>
          <a:chExt cx="0" cy="0"/>
        </a:xfrm>
      </p:grpSpPr>
      <p:sp>
        <p:nvSpPr>
          <p:cNvPr id="6" name="Wave band 1"/>
          <p:cNvSpPr/>
          <p:nvPr userDrawn="1"/>
        </p:nvSpPr>
        <p:spPr>
          <a:xfrm>
            <a:off x="0" y="0"/>
            <a:ext cx="12192000" cy="6858000"/>
          </a:xfrm>
          <a:custGeom>
            <a:avLst/>
            <a:gdLst/>
            <a:ahLst/>
            <a:cxnLst/>
            <a:rect l="0" t="0" r="r" b="b"/>
            <a:pathLst>
              <a:path w="16000" h="9000" stroke="0">
                <a:moveTo>
                  <a:pt x="11939" y="0"/>
                </a:moveTo>
                <a:cubicBezTo>
                  <a:pt x="12299" y="1778"/>
                  <a:pt x="13869" y="4468"/>
                  <a:pt x="13869" y="6089"/>
                </a:cubicBezTo>
                <a:cubicBezTo>
                  <a:pt x="13869" y="7867"/>
                  <a:pt x="13370" y="8713"/>
                  <a:pt x="13238" y="9000"/>
                </a:cubicBezTo>
                <a:lnTo>
                  <a:pt x="13760" y="9000"/>
                </a:lnTo>
                <a:cubicBezTo>
                  <a:pt x="14218" y="8249"/>
                  <a:pt x="14672" y="7476"/>
                  <a:pt x="14672" y="5781"/>
                </a:cubicBezTo>
                <a:cubicBezTo>
                  <a:pt x="14672" y="4272"/>
                  <a:pt x="12803" y="1425"/>
                  <a:pt x="12381" y="0"/>
                </a:cubicBezTo>
                <a:close/>
              </a:path>
            </a:pathLst>
          </a:custGeom>
          <a:solidFill>
            <a:schemeClr val="accent1">
              <a:alpha val="18000"/>
            </a:schemeClr>
          </a:solidFill>
          <a:ln>
            <a:noFill/>
          </a:ln>
        </p:spPr>
      </p:sp>
      <p:sp>
        <p:nvSpPr>
          <p:cNvPr id="7" name="Wave band 2"/>
          <p:cNvSpPr/>
          <p:nvPr userDrawn="1"/>
        </p:nvSpPr>
        <p:spPr>
          <a:xfrm>
            <a:off x="0" y="0"/>
            <a:ext cx="12192000" cy="6858000"/>
          </a:xfrm>
          <a:custGeom>
            <a:avLst/>
            <a:gdLst/>
            <a:ahLst/>
            <a:cxnLst/>
            <a:rect l="0" t="0" r="r" b="b"/>
            <a:pathLst>
              <a:path w="16000" h="9000" stroke="0">
                <a:moveTo>
                  <a:pt x="12381" y="0"/>
                </a:moveTo>
                <a:cubicBezTo>
                  <a:pt x="12803" y="1425"/>
                  <a:pt x="14672" y="4272"/>
                  <a:pt x="14672" y="5781"/>
                </a:cubicBezTo>
                <a:cubicBezTo>
                  <a:pt x="14672" y="7476"/>
                  <a:pt x="14218" y="8249"/>
                  <a:pt x="13760" y="9000"/>
                </a:cubicBezTo>
                <a:lnTo>
                  <a:pt x="14272" y="9000"/>
                </a:lnTo>
                <a:cubicBezTo>
                  <a:pt x="14782" y="8320"/>
                  <a:pt x="15477" y="7418"/>
                  <a:pt x="15477" y="5564"/>
                </a:cubicBezTo>
                <a:cubicBezTo>
                  <a:pt x="15477" y="3969"/>
                  <a:pt x="13379" y="1243"/>
                  <a:pt x="12843" y="0"/>
                </a:cubicBezTo>
                <a:close/>
              </a:path>
            </a:pathLst>
          </a:custGeom>
          <a:solidFill>
            <a:schemeClr val="accent1">
              <a:alpha val="10000"/>
            </a:schemeClr>
          </a:solidFill>
          <a:ln>
            <a:noFill/>
          </a:ln>
        </p:spPr>
      </p:sp>
      <p:sp>
        <p:nvSpPr>
          <p:cNvPr id="8" name="Wave line 1"/>
          <p:cNvSpPr/>
          <p:nvPr userDrawn="1"/>
        </p:nvSpPr>
        <p:spPr>
          <a:xfrm>
            <a:off x="0" y="0"/>
            <a:ext cx="12192000" cy="6858000"/>
          </a:xfrm>
          <a:custGeom>
            <a:avLst/>
            <a:gdLst/>
            <a:ahLst/>
            <a:cxnLst/>
            <a:rect l="0" t="0" r="r" b="b"/>
            <a:pathLst>
              <a:path w="16000" h="9000" fill="none">
                <a:moveTo>
                  <a:pt x="11939" y="0"/>
                </a:moveTo>
                <a:cubicBezTo>
                  <a:pt x="12299" y="1778"/>
                  <a:pt x="13869" y="4468"/>
                  <a:pt x="13869" y="6089"/>
                </a:cubicBezTo>
                <a:cubicBezTo>
                  <a:pt x="13869" y="7867"/>
                  <a:pt x="13370" y="8713"/>
                  <a:pt x="13238" y="9000"/>
                </a:cubicBezTo>
              </a:path>
            </a:pathLst>
          </a:custGeom>
          <a:noFill/>
          <a:ln w="18288">
            <a:solidFill>
              <a:schemeClr val="accent1"/>
            </a:solidFill>
          </a:ln>
        </p:spPr>
      </p:sp>
      <p:sp>
        <p:nvSpPr>
          <p:cNvPr id="9" name="Wave line 2"/>
          <p:cNvSpPr/>
          <p:nvPr userDrawn="1"/>
        </p:nvSpPr>
        <p:spPr>
          <a:xfrm>
            <a:off x="0" y="0"/>
            <a:ext cx="12192000" cy="6858000"/>
          </a:xfrm>
          <a:custGeom>
            <a:avLst/>
            <a:gdLst/>
            <a:ahLst/>
            <a:cxnLst/>
            <a:rect l="0" t="0" r="r" b="b"/>
            <a:pathLst>
              <a:path w="16000" h="9000" fill="none">
                <a:moveTo>
                  <a:pt x="12381" y="0"/>
                </a:moveTo>
                <a:cubicBezTo>
                  <a:pt x="12803" y="1425"/>
                  <a:pt x="14672" y="4272"/>
                  <a:pt x="14672" y="5781"/>
                </a:cubicBezTo>
                <a:cubicBezTo>
                  <a:pt x="14672" y="7476"/>
                  <a:pt x="14218" y="8249"/>
                  <a:pt x="13760" y="9000"/>
                </a:cubicBezTo>
              </a:path>
            </a:pathLst>
          </a:custGeom>
          <a:noFill/>
          <a:ln w="18288">
            <a:solidFill>
              <a:schemeClr val="accent1"/>
            </a:solidFill>
          </a:ln>
        </p:spPr>
      </p:sp>
      <p:sp>
        <p:nvSpPr>
          <p:cNvPr id="10" name="Wave line 3"/>
          <p:cNvSpPr/>
          <p:nvPr userDrawn="1"/>
        </p:nvSpPr>
        <p:spPr>
          <a:xfrm>
            <a:off x="0" y="0"/>
            <a:ext cx="12192000" cy="6858000"/>
          </a:xfrm>
          <a:custGeom>
            <a:avLst/>
            <a:gdLst/>
            <a:ahLst/>
            <a:cxnLst/>
            <a:rect l="0" t="0" r="r" b="b"/>
            <a:pathLst>
              <a:path w="16000" h="9000" fill="none">
                <a:moveTo>
                  <a:pt x="12843" y="0"/>
                </a:moveTo>
                <a:cubicBezTo>
                  <a:pt x="13379" y="1243"/>
                  <a:pt x="15477" y="3969"/>
                  <a:pt x="15477" y="5564"/>
                </a:cubicBezTo>
                <a:cubicBezTo>
                  <a:pt x="15477" y="7418"/>
                  <a:pt x="14782" y="8320"/>
                  <a:pt x="14272" y="9000"/>
                </a:cubicBezTo>
              </a:path>
            </a:pathLst>
          </a:custGeom>
          <a:noFill/>
          <a:ln w="18288">
            <a:solidFill>
              <a:schemeClr val="accent1"/>
            </a:solidFill>
          </a:ln>
        </p:spPr>
      </p:sp>
      <p:pic>
        <p:nvPicPr>
          <p:cNvPr id="4" name="NSF NCAR logo" descr="NSF NCAR"/>
          <p:cNvPicPr>
            <a:picLocks noChangeAspect="1"/>
          </p:cNvPicPr>
          <p:nvPr userDrawn="1"/>
        </p:nvPicPr>
        <p:blipFill>
          <a:blip r:embed="rId2"/>
          <a:stretch>
            <a:fillRect/>
          </a:stretch>
        </p:blipFill>
        <p:spPr>
          <a:xfrm>
            <a:off x="731520" y="548640"/>
            <a:ext cx="1691640" cy="441960"/>
          </a:xfrm>
          <a:prstGeom prst="rect">
            <a:avLst/>
          </a:prstGeom>
        </p:spPr>
      </p:pic>
      <p:sp>
        <p:nvSpPr>
          <p:cNvPr id="2" name="Title 1"/>
          <p:cNvSpPr>
            <a:spLocks noGrp="1"/>
          </p:cNvSpPr>
          <p:nvPr>
            <p:ph type="title"/>
          </p:nvPr>
        </p:nvSpPr>
        <p:spPr>
          <a:xfrm>
            <a:off x="731520" y="3048000"/>
            <a:ext cx="7559040" cy="838200"/>
          </a:xfrm>
          <a:prstGeom prst="rect">
            <a:avLst/>
          </a:prstGeom>
        </p:spPr>
        <p:txBody>
          <a:bodyPr lIns="0" tIns="0" rIns="0" bIns="0" anchor="t">
            <a:normAutofit/>
          </a:bodyPr>
          <a:lstStyle>
            <a:lvl1pPr algn="l">
              <a:lnSpc>
                <a:spcPct val="90000"/>
              </a:lnSpc>
              <a:defRPr sz="4400" b="1" cap="none" baseline="0">
                <a:solidFill>
                  <a:schemeClr val="bg1"/>
                </a:solidFill>
                <a:latin typeface="+mj-lt"/>
              </a:defRPr>
            </a:lvl1pPr>
          </a:lstStyle>
          <a:p>
            <a:r>
              <a:rPr lang="en-US"/>
              <a:t>Section title</a:t>
            </a:r>
          </a:p>
        </p:txBody>
      </p:sp>
      <p:sp>
        <p:nvSpPr>
          <p:cNvPr id="3" name="Text Placeholder 2"/>
          <p:cNvSpPr>
            <a:spLocks noGrp="1"/>
          </p:cNvSpPr>
          <p:nvPr>
            <p:ph type="body" idx="1"/>
          </p:nvPr>
        </p:nvSpPr>
        <p:spPr>
          <a:xfrm>
            <a:off x="731520" y="3962400"/>
            <a:ext cx="7315200" cy="914400"/>
          </a:xfrm>
          <a:prstGeom prst="rect">
            <a:avLst/>
          </a:prstGeom>
        </p:spPr>
        <p:txBody>
          <a:bodyPr lIns="0" tIns="0" rIns="0" bIns="0" anchor="t">
            <a:normAutofit/>
          </a:bodyPr>
          <a:lstStyle>
            <a:lvl1pPr marL="0" indent="0">
              <a:spcBef>
                <a:spcPts val="0"/>
              </a:spcBef>
              <a:buNone/>
              <a:defRPr sz="1800" b="0">
                <a:solidFill>
                  <a:schemeClr val="bg1"/>
                </a:solidFill>
              </a:defRPr>
            </a:lvl1pPr>
          </a:lstStyle>
          <a:p>
            <a:r>
              <a:rPr lang="en-US"/>
              <a:t>Subtitle</a:t>
            </a:r>
          </a:p>
        </p:txBody>
      </p:sp>
      <p:sp>
        <p:nvSpPr>
          <p:cNvPr id="5" name="Slide Number"/>
          <p:cNvSpPr txBox="1"/>
          <p:nvPr userDrawn="1"/>
        </p:nvSpPr>
        <p:spPr>
          <a:xfrm>
            <a:off x="13014" y="6481724"/>
            <a:ext cx="477640" cy="365125"/>
          </a:xfrm>
          <a:prstGeom prst="rect">
            <a:avLst/>
          </a:prstGeom>
        </p:spPr>
        <p:txBody>
          <a:bodyPr anchor="ctr"/>
          <a:lstStyle/>
          <a:p>
            <a:pPr algn="ctr"/>
            <a:fld id="{C5EF2332-01BF-834F-8236-50238282D533}" type="slidenum">
              <a:rPr lang="en-US" sz="1200">
                <a:solidFill>
                  <a:schemeClr val="bg1"/>
                </a:solidFill>
                <a:latin typeface="+mn-lt"/>
              </a:rPr>
              <a:t>‹#›</a:t>
            </a:fl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9906000" cy="457200"/>
          </a:xfrm>
          <a:prstGeom prst="rect">
            <a:avLst/>
          </a:prstGeom>
        </p:spPr>
        <p:txBody>
          <a:bodyPr/>
          <a:lstStyle>
            <a:lvl1pPr>
              <a:defRPr baseline="0">
                <a:solidFill>
                  <a:schemeClr val="tx1"/>
                </a:solidFill>
              </a:defRPr>
            </a:lvl1pPr>
          </a:lstStyle>
          <a:p>
            <a:r>
              <a:rPr lang="en-US" dirty="0"/>
              <a:t>Click to edit Master title style</a:t>
            </a:r>
          </a:p>
        </p:txBody>
      </p:sp>
      <p:sp>
        <p:nvSpPr>
          <p:cNvPr id="3" name="Content Placeholder 2"/>
          <p:cNvSpPr>
            <a:spLocks noGrp="1"/>
          </p:cNvSpPr>
          <p:nvPr>
            <p:ph sz="half" idx="1"/>
          </p:nvPr>
        </p:nvSpPr>
        <p:spPr>
          <a:xfrm>
            <a:off x="320040" y="786384"/>
            <a:ext cx="5715000" cy="5486400"/>
          </a:xfrm>
          <a:prstGeom prst="rect">
            <a:avLst/>
          </a:prstGeom>
        </p:spPr>
        <p:txBody>
          <a:bodyPr/>
          <a:lstStyle>
            <a:lvl1pPr>
              <a:buFont typeface="Arial" panose="020B0604020202020204" pitchFamily="34" charset="0"/>
              <a:buChar char="•"/>
              <a:defRPr sz="2000"/>
            </a:lvl1pPr>
            <a:lvl2pPr marL="457200" indent="-228600">
              <a:buFont typeface="Wingdings" pitchFamily="2" charset="2"/>
              <a:buChar char="§"/>
              <a:defRPr sz="1800"/>
            </a:lvl2pPr>
            <a:lvl3pPr marL="914400" indent="-228600">
              <a:buFont typeface="Courier New" panose="02070309020205020404" pitchFamily="49" charset="0"/>
              <a:buChar char="o"/>
              <a:defRPr sz="1600"/>
            </a:lvl3pPr>
            <a:lvl4pPr marL="1371600" indent="-228600">
              <a:defRPr sz="1400"/>
            </a:lvl4pPr>
            <a:lvl5pPr marL="1600200" indent="-228600">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786384"/>
            <a:ext cx="5715000" cy="5486400"/>
          </a:xfrm>
          <a:prstGeom prst="rect">
            <a:avLst/>
          </a:prstGeom>
        </p:spPr>
        <p:txBody>
          <a:bodyPr/>
          <a:lstStyle>
            <a:lvl1pPr>
              <a:buFont typeface="Arial" panose="020B0604020202020204" pitchFamily="34" charset="0"/>
              <a:buChar char="•"/>
              <a:defRPr sz="2000"/>
            </a:lvl1pPr>
            <a:lvl2pPr marL="457200" indent="-228600">
              <a:buFont typeface="Wingdings" pitchFamily="2" charset="2"/>
              <a:buChar char="§"/>
              <a:defRPr sz="1800"/>
            </a:lvl2pPr>
            <a:lvl3pPr marL="914400" indent="-228600">
              <a:buFont typeface="Courier New" panose="02070309020205020404" pitchFamily="49" charset="0"/>
              <a:buChar char="o"/>
              <a:defRPr sz="1600"/>
            </a:lvl3pPr>
            <a:lvl4pPr marL="1371600" indent="-228600">
              <a:defRPr sz="1400"/>
            </a:lvl4pPr>
            <a:lvl5pPr marL="1600200" indent="-228600">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70FEC3C9-9B7B-D61A-73C1-617F8C241600}"/>
              </a:ext>
            </a:extLst>
          </p:cNvPr>
          <p:cNvSpPr txBox="1">
            <a:spLocks/>
          </p:cNvSpPr>
          <p:nvPr userDrawn="1"/>
        </p:nvSpPr>
        <p:spPr>
          <a:xfrm>
            <a:off x="13014" y="6481724"/>
            <a:ext cx="477640" cy="365125"/>
          </a:xfrm>
          <a:prstGeom prst="rect">
            <a:avLst/>
          </a:prstGeom>
        </p:spPr>
        <p:txBody>
          <a:bodyPr vert="horz" lIns="91440" tIns="45720" rIns="91440" bIns="45720" rtlCol="0" anchor="ctr"/>
          <a:lstStyle>
            <a:defPPr>
              <a:defRPr lang="en-US"/>
            </a:defPPr>
            <a:lvl1pPr marL="0" algn="ctr" defTabSz="609585" rtl="0" eaLnBrk="1" latinLnBrk="0" hangingPunct="1">
              <a:defRPr sz="1200" kern="1200" baseline="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C5EF2332-01BF-834F-8236-50238282D533}" type="slidenum">
              <a:rPr lang="en-US" smtClean="0"/>
              <a:pPr/>
              <a:t>‹#›</a:t>
            </a:fld>
            <a:endParaRPr lang="en-US" dirty="0"/>
          </a:p>
        </p:txBody>
      </p:sp>
      <p:sp>
        <p:nvSpPr>
          <p:cNvPr id="5" name="Date Placeholder 4">
            <a:extLst>
              <a:ext uri="{FF2B5EF4-FFF2-40B4-BE49-F238E27FC236}">
                <a16:creationId xmlns:a16="http://schemas.microsoft.com/office/drawing/2014/main" id="{A913B050-A9E8-4587-EAB4-F432AAE36F84}"/>
              </a:ext>
            </a:extLst>
          </p:cNvPr>
          <p:cNvSpPr>
            <a:spLocks noGrp="1"/>
          </p:cNvSpPr>
          <p:nvPr>
            <p:ph type="dt" sz="half" idx="10"/>
          </p:nvPr>
        </p:nvSpPr>
        <p:spPr>
          <a:xfrm>
            <a:off x="10436086" y="6556499"/>
            <a:ext cx="1374913" cy="182799"/>
          </a:xfrm>
          <a:prstGeom prst="rect">
            <a:avLst/>
          </a:prstGeom>
        </p:spPr>
        <p:txBody>
          <a:bodyPr vert="horz" lIns="91440" tIns="45720" rIns="91440" bIns="45720" rtlCol="0" anchor="ctr"/>
          <a:lstStyle>
            <a:lvl1pPr algn="r">
              <a:defRPr sz="1200" baseline="0">
                <a:solidFill>
                  <a:schemeClr val="tx1"/>
                </a:solidFill>
              </a:defRPr>
            </a:lvl1pPr>
          </a:lstStyle>
          <a:p>
            <a:pPr algn="r"/>
            <a:fld id="{34459720-2A4C-D342-9515-00AC0588A96C}" type="datetimeFigureOut">
              <a:rPr lang="en-US" smtClean="0"/>
              <a:pPr algn="r"/>
              <a:t>4/30/26</a:t>
            </a:fld>
            <a:endParaRPr lang="en-US" dirty="0"/>
          </a:p>
        </p:txBody>
      </p:sp>
      <p:sp>
        <p:nvSpPr>
          <p:cNvPr id="7" name="Footer Placeholder 6">
            <a:extLst>
              <a:ext uri="{FF2B5EF4-FFF2-40B4-BE49-F238E27FC236}">
                <a16:creationId xmlns:a16="http://schemas.microsoft.com/office/drawing/2014/main" id="{440B2241-EE2C-B587-40E7-00677B4849AD}"/>
              </a:ext>
            </a:extLst>
          </p:cNvPr>
          <p:cNvSpPr>
            <a:spLocks noGrp="1"/>
          </p:cNvSpPr>
          <p:nvPr>
            <p:ph type="ftr" sz="quarter" idx="3"/>
          </p:nvPr>
        </p:nvSpPr>
        <p:spPr>
          <a:xfrm>
            <a:off x="555265" y="6556499"/>
            <a:ext cx="4114800" cy="182799"/>
          </a:xfrm>
          <a:prstGeom prst="rect">
            <a:avLst/>
          </a:prstGeom>
        </p:spPr>
        <p:txBody>
          <a:bodyPr vert="horz" lIns="91440" tIns="45720" rIns="91440" bIns="45720" rtlCol="0" anchor="ctr"/>
          <a:lstStyle>
            <a:lvl1pPr algn="l">
              <a:defRPr sz="1200" baseline="0">
                <a:solidFill>
                  <a:schemeClr val="tx1"/>
                </a:solidFill>
              </a:defRPr>
            </a:lvl1pPr>
          </a:lstStyle>
          <a:p>
            <a:pPr algn="l"/>
            <a:endParaRPr lang="en-US" dirty="0"/>
          </a:p>
        </p:txBody>
      </p:sp>
    </p:spTree>
    <p:extLst>
      <p:ext uri="{BB962C8B-B14F-4D97-AF65-F5344CB8AC3E}">
        <p14:creationId xmlns:p14="http://schemas.microsoft.com/office/powerpoint/2010/main" val="26198862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9906000" cy="457200"/>
          </a:xfrm>
          <a:prstGeom prst="rect">
            <a:avLst/>
          </a:prstGeom>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320040" y="612147"/>
            <a:ext cx="5715000" cy="639763"/>
          </a:xfrm>
          <a:prstGeom prst="rect">
            <a:avLst/>
          </a:prstGeom>
        </p:spPr>
        <p:txBody>
          <a:bodyPr anchor="b"/>
          <a:lstStyle>
            <a:lvl1pPr marL="0" indent="0" algn="ctr">
              <a:buNone/>
              <a:defRPr sz="1800" b="1"/>
            </a:lvl1pPr>
            <a:lvl2pPr marL="457189" indent="0">
              <a:buNone/>
              <a:defRPr sz="1600" b="1"/>
            </a:lvl2pPr>
            <a:lvl3pPr marL="914377" indent="0">
              <a:buNone/>
              <a:defRPr sz="1400" b="1"/>
            </a:lvl3pPr>
            <a:lvl4pPr marL="1371566" indent="0">
              <a:buNone/>
              <a:defRPr sz="1200" b="1"/>
            </a:lvl4pPr>
            <a:lvl5pPr marL="1828754" indent="0">
              <a:buNone/>
              <a:defRPr sz="1200" b="1"/>
            </a:lvl5pPr>
            <a:lvl6pPr marL="2285943" indent="0">
              <a:buNone/>
              <a:defRPr sz="1200" b="1"/>
            </a:lvl6pPr>
            <a:lvl7pPr marL="2743131" indent="0">
              <a:buNone/>
              <a:defRPr sz="1200" b="1"/>
            </a:lvl7pPr>
            <a:lvl8pPr marL="3200320" indent="0">
              <a:buNone/>
              <a:defRPr sz="1200" b="1"/>
            </a:lvl8pPr>
            <a:lvl9pPr marL="3657509" indent="0">
              <a:buNone/>
              <a:defRPr sz="1200" b="1"/>
            </a:lvl9pPr>
          </a:lstStyle>
          <a:p>
            <a:pPr lvl="0"/>
            <a:r>
              <a:rPr lang="en-US" dirty="0"/>
              <a:t>Click to edit Master text styles</a:t>
            </a:r>
          </a:p>
        </p:txBody>
      </p:sp>
      <p:sp>
        <p:nvSpPr>
          <p:cNvPr id="5" name="Text Placeholder 4"/>
          <p:cNvSpPr>
            <a:spLocks noGrp="1"/>
          </p:cNvSpPr>
          <p:nvPr>
            <p:ph type="body" sz="quarter" idx="3"/>
          </p:nvPr>
        </p:nvSpPr>
        <p:spPr>
          <a:xfrm>
            <a:off x="6126480" y="612147"/>
            <a:ext cx="5715000" cy="639763"/>
          </a:xfrm>
          <a:prstGeom prst="rect">
            <a:avLst/>
          </a:prstGeom>
        </p:spPr>
        <p:txBody>
          <a:bodyPr anchor="b"/>
          <a:lstStyle>
            <a:lvl1pPr marL="0" indent="0" algn="ctr">
              <a:buNone/>
              <a:defRPr sz="1800" b="1"/>
            </a:lvl1pPr>
            <a:lvl2pPr marL="457189" indent="0">
              <a:buNone/>
              <a:defRPr sz="1600" b="1"/>
            </a:lvl2pPr>
            <a:lvl3pPr marL="914377" indent="0">
              <a:buNone/>
              <a:defRPr sz="1400" b="1"/>
            </a:lvl3pPr>
            <a:lvl4pPr marL="1371566" indent="0">
              <a:buNone/>
              <a:defRPr sz="1200" b="1"/>
            </a:lvl4pPr>
            <a:lvl5pPr marL="1828754" indent="0">
              <a:buNone/>
              <a:defRPr sz="1200" b="1"/>
            </a:lvl5pPr>
            <a:lvl6pPr marL="2285943" indent="0">
              <a:buNone/>
              <a:defRPr sz="1200" b="1"/>
            </a:lvl6pPr>
            <a:lvl7pPr marL="2743131" indent="0">
              <a:buNone/>
              <a:defRPr sz="1200" b="1"/>
            </a:lvl7pPr>
            <a:lvl8pPr marL="3200320" indent="0">
              <a:buNone/>
              <a:defRPr sz="1200" b="1"/>
            </a:lvl8pPr>
            <a:lvl9pPr marL="3657509" indent="0">
              <a:buNone/>
              <a:defRPr sz="1200" b="1"/>
            </a:lvl9pPr>
          </a:lstStyle>
          <a:p>
            <a:pPr lvl="0"/>
            <a:r>
              <a:rPr lang="en-US" dirty="0"/>
              <a:t>Click to edit Master text styles</a:t>
            </a:r>
          </a:p>
        </p:txBody>
      </p:sp>
      <p:sp>
        <p:nvSpPr>
          <p:cNvPr id="8" name="Slide Number Placeholder 5">
            <a:extLst>
              <a:ext uri="{FF2B5EF4-FFF2-40B4-BE49-F238E27FC236}">
                <a16:creationId xmlns:a16="http://schemas.microsoft.com/office/drawing/2014/main" id="{C30DE9D8-BF0A-6CD3-1373-CA0B438EB45A}"/>
              </a:ext>
            </a:extLst>
          </p:cNvPr>
          <p:cNvSpPr>
            <a:spLocks noGrp="1"/>
          </p:cNvSpPr>
          <p:nvPr>
            <p:ph type="sldNum" sz="quarter" idx="10"/>
          </p:nvPr>
        </p:nvSpPr>
        <p:spPr>
          <a:xfrm>
            <a:off x="13014" y="6481724"/>
            <a:ext cx="477640" cy="365125"/>
          </a:xfrm>
          <a:prstGeom prst="rect">
            <a:avLst/>
          </a:prstGeom>
        </p:spPr>
        <p:txBody>
          <a:bodyPr vert="horz" lIns="91440" tIns="45720" rIns="91440" bIns="45720" rtlCol="0" anchor="ctr"/>
          <a:lstStyle>
            <a:lvl1pPr algn="ctr">
              <a:defRPr sz="1200" baseline="0">
                <a:solidFill>
                  <a:schemeClr val="tx1"/>
                </a:solidFill>
              </a:defRPr>
            </a:lvl1pPr>
          </a:lstStyle>
          <a:p>
            <a:fld id="{C5EF2332-01BF-834F-8236-50238282D533}" type="slidenum">
              <a:rPr lang="en-US" smtClean="0"/>
              <a:pPr/>
              <a:t>‹#›</a:t>
            </a:fld>
            <a:endParaRPr lang="en-US" dirty="0">
              <a:solidFill>
                <a:schemeClr val="tx1"/>
              </a:solidFill>
            </a:endParaRPr>
          </a:p>
        </p:txBody>
      </p:sp>
      <p:sp>
        <p:nvSpPr>
          <p:cNvPr id="10" name="Content Placeholder 2">
            <a:extLst>
              <a:ext uri="{FF2B5EF4-FFF2-40B4-BE49-F238E27FC236}">
                <a16:creationId xmlns:a16="http://schemas.microsoft.com/office/drawing/2014/main" id="{E42C53FE-9BBD-5288-0E88-05B370AA1256}"/>
              </a:ext>
            </a:extLst>
          </p:cNvPr>
          <p:cNvSpPr>
            <a:spLocks noGrp="1"/>
          </p:cNvSpPr>
          <p:nvPr>
            <p:ph sz="half" idx="11"/>
          </p:nvPr>
        </p:nvSpPr>
        <p:spPr>
          <a:xfrm>
            <a:off x="320040" y="1327868"/>
            <a:ext cx="5715000" cy="4958632"/>
          </a:xfrm>
          <a:prstGeom prst="rect">
            <a:avLst/>
          </a:prstGeom>
        </p:spPr>
        <p:txBody>
          <a:bodyPr/>
          <a:lstStyle>
            <a:lvl1pPr>
              <a:buFont typeface="Arial" panose="020B0604020202020204" pitchFamily="34" charset="0"/>
              <a:buChar char="•"/>
              <a:defRPr sz="2000"/>
            </a:lvl1pPr>
            <a:lvl2pPr marL="457200" indent="-228600">
              <a:buFont typeface="Wingdings" pitchFamily="2" charset="2"/>
              <a:buChar char="§"/>
              <a:defRPr sz="1800"/>
            </a:lvl2pPr>
            <a:lvl3pPr marL="914400" indent="-228600">
              <a:buFont typeface="Courier New" panose="02070309020205020404" pitchFamily="49" charset="0"/>
              <a:buChar char="o"/>
              <a:defRPr sz="1600"/>
            </a:lvl3pPr>
            <a:lvl4pPr marL="1371600" indent="-228600">
              <a:defRPr sz="1400"/>
            </a:lvl4pPr>
            <a:lvl5pPr marL="1600200" indent="-228600">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3">
            <a:extLst>
              <a:ext uri="{FF2B5EF4-FFF2-40B4-BE49-F238E27FC236}">
                <a16:creationId xmlns:a16="http://schemas.microsoft.com/office/drawing/2014/main" id="{EC667219-84D4-DAC6-11DF-4C9DA2BDB985}"/>
              </a:ext>
            </a:extLst>
          </p:cNvPr>
          <p:cNvSpPr>
            <a:spLocks noGrp="1"/>
          </p:cNvSpPr>
          <p:nvPr>
            <p:ph sz="half" idx="2"/>
          </p:nvPr>
        </p:nvSpPr>
        <p:spPr>
          <a:xfrm>
            <a:off x="6126480" y="1327868"/>
            <a:ext cx="5715000" cy="4958632"/>
          </a:xfrm>
          <a:prstGeom prst="rect">
            <a:avLst/>
          </a:prstGeom>
        </p:spPr>
        <p:txBody>
          <a:bodyPr/>
          <a:lstStyle>
            <a:lvl1pPr>
              <a:buFont typeface="Arial" panose="020B0604020202020204" pitchFamily="34" charset="0"/>
              <a:buChar char="•"/>
              <a:defRPr sz="2000"/>
            </a:lvl1pPr>
            <a:lvl2pPr marL="457200" indent="-228600">
              <a:buFont typeface="Wingdings" pitchFamily="2" charset="2"/>
              <a:buChar char="§"/>
              <a:defRPr sz="1800"/>
            </a:lvl2pPr>
            <a:lvl3pPr marL="914400" indent="-228600">
              <a:buFont typeface="Courier New" panose="02070309020205020404" pitchFamily="49" charset="0"/>
              <a:buChar char="o"/>
              <a:defRPr sz="1600"/>
            </a:lvl3pPr>
            <a:lvl4pPr marL="1371600" indent="-228600">
              <a:defRPr sz="1400"/>
            </a:lvl4pPr>
            <a:lvl5pPr marL="1600200" indent="-228600">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4">
            <a:extLst>
              <a:ext uri="{FF2B5EF4-FFF2-40B4-BE49-F238E27FC236}">
                <a16:creationId xmlns:a16="http://schemas.microsoft.com/office/drawing/2014/main" id="{8EC862D1-08BD-A013-DA4C-13BF09ED8E2D}"/>
              </a:ext>
            </a:extLst>
          </p:cNvPr>
          <p:cNvSpPr>
            <a:spLocks noGrp="1"/>
          </p:cNvSpPr>
          <p:nvPr>
            <p:ph type="dt" sz="half" idx="12"/>
          </p:nvPr>
        </p:nvSpPr>
        <p:spPr>
          <a:xfrm>
            <a:off x="10436086" y="6556499"/>
            <a:ext cx="1374913" cy="182799"/>
          </a:xfrm>
          <a:prstGeom prst="rect">
            <a:avLst/>
          </a:prstGeom>
        </p:spPr>
        <p:txBody>
          <a:bodyPr vert="horz" lIns="91440" tIns="45720" rIns="91440" bIns="45720" rtlCol="0" anchor="ctr"/>
          <a:lstStyle>
            <a:lvl1pPr algn="r">
              <a:defRPr sz="1200" baseline="0">
                <a:solidFill>
                  <a:schemeClr val="tx1"/>
                </a:solidFill>
              </a:defRPr>
            </a:lvl1pPr>
          </a:lstStyle>
          <a:p>
            <a:pPr algn="r"/>
            <a:fld id="{34459720-2A4C-D342-9515-00AC0588A96C}" type="datetimeFigureOut">
              <a:rPr lang="en-US" smtClean="0"/>
              <a:pPr algn="r"/>
              <a:t>4/30/26</a:t>
            </a:fld>
            <a:endParaRPr lang="en-US" dirty="0"/>
          </a:p>
        </p:txBody>
      </p:sp>
      <p:sp>
        <p:nvSpPr>
          <p:cNvPr id="6" name="Footer Placeholder 6">
            <a:extLst>
              <a:ext uri="{FF2B5EF4-FFF2-40B4-BE49-F238E27FC236}">
                <a16:creationId xmlns:a16="http://schemas.microsoft.com/office/drawing/2014/main" id="{BD18E1DB-680E-BEA6-19A6-D05A67627770}"/>
              </a:ext>
            </a:extLst>
          </p:cNvPr>
          <p:cNvSpPr>
            <a:spLocks noGrp="1"/>
          </p:cNvSpPr>
          <p:nvPr>
            <p:ph type="ftr" sz="quarter" idx="13"/>
          </p:nvPr>
        </p:nvSpPr>
        <p:spPr>
          <a:xfrm>
            <a:off x="555265" y="6556499"/>
            <a:ext cx="4114800" cy="182799"/>
          </a:xfrm>
          <a:prstGeom prst="rect">
            <a:avLst/>
          </a:prstGeom>
        </p:spPr>
        <p:txBody>
          <a:bodyPr vert="horz" lIns="91440" tIns="45720" rIns="91440" bIns="45720" rtlCol="0" anchor="ctr"/>
          <a:lstStyle>
            <a:lvl1pPr algn="l">
              <a:defRPr sz="1200" baseline="0">
                <a:solidFill>
                  <a:schemeClr val="tx1"/>
                </a:solidFill>
              </a:defRPr>
            </a:lvl1pPr>
          </a:lstStyle>
          <a:p>
            <a:pPr algn="l"/>
            <a:endParaRPr lang="en-US" dirty="0"/>
          </a:p>
        </p:txBody>
      </p:sp>
    </p:spTree>
    <p:extLst>
      <p:ext uri="{BB962C8B-B14F-4D97-AF65-F5344CB8AC3E}">
        <p14:creationId xmlns:p14="http://schemas.microsoft.com/office/powerpoint/2010/main" val="25357939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786384"/>
            <a:ext cx="4011084" cy="905314"/>
          </a:xfrm>
          <a:prstGeom prst="rect">
            <a:avLst/>
          </a:prstGeo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4766733" y="786384"/>
            <a:ext cx="6815667" cy="5486400"/>
          </a:xfrm>
          <a:prstGeom prst="rect">
            <a:avLst/>
          </a:prstGeom>
        </p:spPr>
        <p:txBody>
          <a:bodyPr/>
          <a:lstStyle>
            <a:lvl1pPr>
              <a:buFont typeface="Arial" panose="020B0604020202020204" pitchFamily="34" charset="0"/>
              <a:buChar char="•"/>
              <a:defRPr sz="2000"/>
            </a:lvl1pPr>
            <a:lvl2pPr>
              <a:buFont typeface="Wingdings" pitchFamily="2" charset="2"/>
              <a:buChar char="§"/>
              <a:defRPr sz="1800"/>
            </a:lvl2pPr>
            <a:lvl3pPr>
              <a:buFont typeface="Courier New" panose="02070309020205020404" pitchFamily="49" charset="0"/>
              <a:buChar char="o"/>
              <a:defRPr sz="1600"/>
            </a:lvl3pPr>
            <a:lvl4pPr>
              <a:defRPr sz="14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09602" y="1807029"/>
            <a:ext cx="4011084" cy="4521324"/>
          </a:xfrm>
          <a:prstGeom prst="rect">
            <a:avLst/>
          </a:prstGeo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Slide Number Placeholder 5">
            <a:extLst>
              <a:ext uri="{FF2B5EF4-FFF2-40B4-BE49-F238E27FC236}">
                <a16:creationId xmlns:a16="http://schemas.microsoft.com/office/drawing/2014/main" id="{FF489C22-2F81-0C19-A124-AF79A8694B10}"/>
              </a:ext>
            </a:extLst>
          </p:cNvPr>
          <p:cNvSpPr txBox="1">
            <a:spLocks/>
          </p:cNvSpPr>
          <p:nvPr userDrawn="1"/>
        </p:nvSpPr>
        <p:spPr>
          <a:xfrm>
            <a:off x="13014" y="6481724"/>
            <a:ext cx="477640" cy="365125"/>
          </a:xfrm>
          <a:prstGeom prst="rect">
            <a:avLst/>
          </a:prstGeom>
        </p:spPr>
        <p:txBody>
          <a:bodyPr vert="horz" lIns="91440" tIns="45720" rIns="91440" bIns="45720" rtlCol="0" anchor="ctr"/>
          <a:lstStyle>
            <a:defPPr>
              <a:defRPr lang="en-US"/>
            </a:defPPr>
            <a:lvl1pPr marL="0" algn="ctr" defTabSz="609585" rtl="0" eaLnBrk="1" latinLnBrk="0" hangingPunct="1">
              <a:defRPr sz="1200" kern="1200" baseline="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C5EF2332-01BF-834F-8236-50238282D533}" type="slidenum">
              <a:rPr lang="en-US" smtClean="0"/>
              <a:pPr/>
              <a:t>‹#›</a:t>
            </a:fld>
            <a:endParaRPr lang="en-US" dirty="0"/>
          </a:p>
        </p:txBody>
      </p:sp>
      <p:sp>
        <p:nvSpPr>
          <p:cNvPr id="6" name="Date Placeholder 4">
            <a:extLst>
              <a:ext uri="{FF2B5EF4-FFF2-40B4-BE49-F238E27FC236}">
                <a16:creationId xmlns:a16="http://schemas.microsoft.com/office/drawing/2014/main" id="{6C8B6243-C805-5FF2-4848-F6C2B5CAF9EB}"/>
              </a:ext>
            </a:extLst>
          </p:cNvPr>
          <p:cNvSpPr>
            <a:spLocks noGrp="1"/>
          </p:cNvSpPr>
          <p:nvPr>
            <p:ph type="dt" sz="half" idx="10"/>
          </p:nvPr>
        </p:nvSpPr>
        <p:spPr>
          <a:xfrm>
            <a:off x="10436086" y="6556499"/>
            <a:ext cx="1374913" cy="182799"/>
          </a:xfrm>
          <a:prstGeom prst="rect">
            <a:avLst/>
          </a:prstGeom>
        </p:spPr>
        <p:txBody>
          <a:bodyPr vert="horz" lIns="91440" tIns="45720" rIns="91440" bIns="45720" rtlCol="0" anchor="ctr"/>
          <a:lstStyle>
            <a:lvl1pPr algn="r">
              <a:defRPr sz="1200" baseline="0">
                <a:solidFill>
                  <a:schemeClr val="tx1"/>
                </a:solidFill>
              </a:defRPr>
            </a:lvl1pPr>
          </a:lstStyle>
          <a:p>
            <a:pPr algn="r"/>
            <a:fld id="{34459720-2A4C-D342-9515-00AC0588A96C}" type="datetimeFigureOut">
              <a:rPr lang="en-US" smtClean="0"/>
              <a:pPr algn="r"/>
              <a:t>4/30/26</a:t>
            </a:fld>
            <a:endParaRPr lang="en-US" dirty="0"/>
          </a:p>
        </p:txBody>
      </p:sp>
      <p:sp>
        <p:nvSpPr>
          <p:cNvPr id="7" name="Footer Placeholder 6">
            <a:extLst>
              <a:ext uri="{FF2B5EF4-FFF2-40B4-BE49-F238E27FC236}">
                <a16:creationId xmlns:a16="http://schemas.microsoft.com/office/drawing/2014/main" id="{42EAF9C2-F88B-CDBC-6E05-DBA84123693C}"/>
              </a:ext>
            </a:extLst>
          </p:cNvPr>
          <p:cNvSpPr>
            <a:spLocks noGrp="1"/>
          </p:cNvSpPr>
          <p:nvPr>
            <p:ph type="ftr" sz="quarter" idx="3"/>
          </p:nvPr>
        </p:nvSpPr>
        <p:spPr>
          <a:xfrm>
            <a:off x="555265" y="6556499"/>
            <a:ext cx="4114800" cy="182799"/>
          </a:xfrm>
          <a:prstGeom prst="rect">
            <a:avLst/>
          </a:prstGeom>
        </p:spPr>
        <p:txBody>
          <a:bodyPr vert="horz" lIns="91440" tIns="45720" rIns="91440" bIns="45720" rtlCol="0" anchor="ctr"/>
          <a:lstStyle>
            <a:lvl1pPr algn="l">
              <a:defRPr sz="1200" baseline="0">
                <a:solidFill>
                  <a:schemeClr val="tx1"/>
                </a:solidFill>
              </a:defRPr>
            </a:lvl1pPr>
          </a:lstStyle>
          <a:p>
            <a:pPr algn="l"/>
            <a:endParaRPr lang="en-US" dirty="0"/>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5159828"/>
            <a:ext cx="7315200" cy="566739"/>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972003"/>
            <a:ext cx="7315200" cy="4114800"/>
          </a:xfrm>
          <a:prstGeom prst="rect">
            <a:avLst/>
          </a:prstGeom>
        </p:spPr>
        <p:txBody>
          <a:bodyPr/>
          <a:lstStyle>
            <a:lvl1pPr marL="0" indent="0">
              <a:buNone/>
              <a:defRPr sz="2000"/>
            </a:lvl1pPr>
            <a:lvl2pPr marL="457189" indent="0">
              <a:buNone/>
              <a:defRPr sz="1800"/>
            </a:lvl2pPr>
            <a:lvl3pPr marL="914377" indent="0">
              <a:buNone/>
              <a:defRPr sz="1600"/>
            </a:lvl3pPr>
            <a:lvl4pPr marL="1371566" indent="0">
              <a:buNone/>
              <a:defRPr sz="1400"/>
            </a:lvl4pPr>
            <a:lvl5pPr marL="1828754" indent="0">
              <a:buNone/>
              <a:defRPr sz="1200"/>
            </a:lvl5pPr>
            <a:lvl6pPr marL="2285943" indent="0">
              <a:buNone/>
              <a:defRPr sz="1200"/>
            </a:lvl6pPr>
            <a:lvl7pPr marL="2743131" indent="0">
              <a:buNone/>
              <a:defRPr sz="1200"/>
            </a:lvl7pPr>
            <a:lvl8pPr marL="3200320" indent="0">
              <a:buNone/>
              <a:defRPr sz="1200"/>
            </a:lvl8pPr>
            <a:lvl9pPr marL="3657509" indent="0">
              <a:buNone/>
              <a:defRPr sz="1200"/>
            </a:lvl9pPr>
          </a:lstStyle>
          <a:p>
            <a:endParaRPr lang="en-US"/>
          </a:p>
        </p:txBody>
      </p:sp>
      <p:sp>
        <p:nvSpPr>
          <p:cNvPr id="4" name="Text Placeholder 3"/>
          <p:cNvSpPr>
            <a:spLocks noGrp="1"/>
          </p:cNvSpPr>
          <p:nvPr>
            <p:ph type="body" sz="half" idx="2"/>
          </p:nvPr>
        </p:nvSpPr>
        <p:spPr>
          <a:xfrm>
            <a:off x="2389717" y="5726566"/>
            <a:ext cx="7315200" cy="804863"/>
          </a:xfrm>
          <a:prstGeom prst="rect">
            <a:avLst/>
          </a:prstGeo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Slide Number Placeholder 5">
            <a:extLst>
              <a:ext uri="{FF2B5EF4-FFF2-40B4-BE49-F238E27FC236}">
                <a16:creationId xmlns:a16="http://schemas.microsoft.com/office/drawing/2014/main" id="{69332CD5-1372-11E9-E54D-AB006AD3A7C8}"/>
              </a:ext>
            </a:extLst>
          </p:cNvPr>
          <p:cNvSpPr txBox="1">
            <a:spLocks/>
          </p:cNvSpPr>
          <p:nvPr userDrawn="1"/>
        </p:nvSpPr>
        <p:spPr>
          <a:xfrm>
            <a:off x="13014" y="6481724"/>
            <a:ext cx="477640" cy="365125"/>
          </a:xfrm>
          <a:prstGeom prst="rect">
            <a:avLst/>
          </a:prstGeom>
        </p:spPr>
        <p:txBody>
          <a:bodyPr vert="horz" lIns="91440" tIns="45720" rIns="91440" bIns="45720" rtlCol="0" anchor="ctr"/>
          <a:lstStyle>
            <a:defPPr>
              <a:defRPr lang="en-US"/>
            </a:defPPr>
            <a:lvl1pPr marL="0" algn="ctr" defTabSz="609585" rtl="0" eaLnBrk="1" latinLnBrk="0" hangingPunct="1">
              <a:defRPr sz="1200" kern="1200" baseline="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C5EF2332-01BF-834F-8236-50238282D533}" type="slidenum">
              <a:rPr lang="en-US" smtClean="0"/>
              <a:pPr/>
              <a:t>‹#›</a:t>
            </a:fld>
            <a:endParaRPr lang="en-US" dirty="0"/>
          </a:p>
        </p:txBody>
      </p:sp>
      <p:sp>
        <p:nvSpPr>
          <p:cNvPr id="6" name="Date Placeholder 4">
            <a:extLst>
              <a:ext uri="{FF2B5EF4-FFF2-40B4-BE49-F238E27FC236}">
                <a16:creationId xmlns:a16="http://schemas.microsoft.com/office/drawing/2014/main" id="{7AB8E099-8869-8E89-6A26-1DC79410AC0F}"/>
              </a:ext>
            </a:extLst>
          </p:cNvPr>
          <p:cNvSpPr>
            <a:spLocks noGrp="1"/>
          </p:cNvSpPr>
          <p:nvPr>
            <p:ph type="dt" sz="half" idx="10"/>
          </p:nvPr>
        </p:nvSpPr>
        <p:spPr>
          <a:xfrm>
            <a:off x="10436086" y="6556499"/>
            <a:ext cx="1374913" cy="182799"/>
          </a:xfrm>
          <a:prstGeom prst="rect">
            <a:avLst/>
          </a:prstGeom>
        </p:spPr>
        <p:txBody>
          <a:bodyPr vert="horz" lIns="91440" tIns="45720" rIns="91440" bIns="45720" rtlCol="0" anchor="ctr"/>
          <a:lstStyle>
            <a:lvl1pPr algn="r">
              <a:defRPr sz="1200" baseline="0">
                <a:solidFill>
                  <a:schemeClr val="tx1"/>
                </a:solidFill>
              </a:defRPr>
            </a:lvl1pPr>
          </a:lstStyle>
          <a:p>
            <a:pPr algn="r"/>
            <a:fld id="{34459720-2A4C-D342-9515-00AC0588A96C}" type="datetimeFigureOut">
              <a:rPr lang="en-US" smtClean="0"/>
              <a:pPr algn="r"/>
              <a:t>4/30/26</a:t>
            </a:fld>
            <a:endParaRPr lang="en-US" dirty="0"/>
          </a:p>
        </p:txBody>
      </p:sp>
      <p:sp>
        <p:nvSpPr>
          <p:cNvPr id="7" name="Footer Placeholder 6">
            <a:extLst>
              <a:ext uri="{FF2B5EF4-FFF2-40B4-BE49-F238E27FC236}">
                <a16:creationId xmlns:a16="http://schemas.microsoft.com/office/drawing/2014/main" id="{E8B2FA44-FACE-7B02-F8EC-E271187398BA}"/>
              </a:ext>
            </a:extLst>
          </p:cNvPr>
          <p:cNvSpPr>
            <a:spLocks noGrp="1"/>
          </p:cNvSpPr>
          <p:nvPr>
            <p:ph type="ftr" sz="quarter" idx="3"/>
          </p:nvPr>
        </p:nvSpPr>
        <p:spPr>
          <a:xfrm>
            <a:off x="555265" y="6556499"/>
            <a:ext cx="4114800" cy="182799"/>
          </a:xfrm>
          <a:prstGeom prst="rect">
            <a:avLst/>
          </a:prstGeom>
        </p:spPr>
        <p:txBody>
          <a:bodyPr vert="horz" lIns="91440" tIns="45720" rIns="91440" bIns="45720" rtlCol="0" anchor="ctr"/>
          <a:lstStyle>
            <a:lvl1pPr algn="l">
              <a:defRPr sz="1200" baseline="0">
                <a:solidFill>
                  <a:schemeClr val="tx1"/>
                </a:solidFill>
              </a:defRPr>
            </a:lvl1pPr>
          </a:lstStyle>
          <a:p>
            <a:pPr algn="l"/>
            <a:endParaRPr lang="en-US" dirty="0"/>
          </a:p>
        </p:txBody>
      </p:sp>
    </p:spTree>
    <p:extLst>
      <p:ext uri="{BB962C8B-B14F-4D97-AF65-F5344CB8AC3E}">
        <p14:creationId xmlns:p14="http://schemas.microsoft.com/office/powerpoint/2010/main" val="3566899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81000" y="785190"/>
            <a:ext cx="11430000" cy="54864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4"/>
            <a:endParaRPr lang="en-US" dirty="0"/>
          </a:p>
        </p:txBody>
      </p:sp>
      <p:sp>
        <p:nvSpPr>
          <p:cNvPr id="6" name="Slide Number Placeholder 5"/>
          <p:cNvSpPr>
            <a:spLocks noGrp="1"/>
          </p:cNvSpPr>
          <p:nvPr>
            <p:ph type="sldNum" sz="quarter" idx="4"/>
          </p:nvPr>
        </p:nvSpPr>
        <p:spPr>
          <a:xfrm>
            <a:off x="13014" y="6481724"/>
            <a:ext cx="477640" cy="365125"/>
          </a:xfrm>
          <a:prstGeom prst="rect">
            <a:avLst/>
          </a:prstGeom>
        </p:spPr>
        <p:txBody>
          <a:bodyPr vert="horz" lIns="91440" tIns="45720" rIns="91440" bIns="45720" rtlCol="0" anchor="ctr"/>
          <a:lstStyle>
            <a:lvl1pPr algn="ctr">
              <a:defRPr sz="1200" baseline="0">
                <a:solidFill>
                  <a:schemeClr val="tx1"/>
                </a:solidFill>
              </a:defRPr>
            </a:lvl1pPr>
          </a:lstStyle>
          <a:p>
            <a:fld id="{C5EF2332-01BF-834F-8236-50238282D533}" type="slidenum">
              <a:rPr lang="en-US" smtClean="0"/>
              <a:pPr/>
              <a:t>‹#›</a:t>
            </a:fld>
            <a:endParaRPr lang="en-US" dirty="0">
              <a:solidFill>
                <a:schemeClr val="tx1"/>
              </a:solidFill>
            </a:endParaRPr>
          </a:p>
        </p:txBody>
      </p:sp>
      <p:sp>
        <p:nvSpPr>
          <p:cNvPr id="2" name="Title Placeholder 1"/>
          <p:cNvSpPr>
            <a:spLocks noGrp="1"/>
          </p:cNvSpPr>
          <p:nvPr>
            <p:ph type="title"/>
          </p:nvPr>
        </p:nvSpPr>
        <p:spPr>
          <a:xfrm>
            <a:off x="381000" y="0"/>
            <a:ext cx="9528884" cy="457200"/>
          </a:xfrm>
          <a:prstGeom prst="rect">
            <a:avLst/>
          </a:prstGeom>
        </p:spPr>
        <p:txBody>
          <a:bodyPr vert="horz" lIns="91440" tIns="45720" rIns="91440" bIns="45720" rtlCol="0" anchor="ctr">
            <a:noAutofit/>
          </a:bodyPr>
          <a:lstStyle/>
          <a:p>
            <a:r>
              <a:rPr lang="en-US" dirty="0"/>
              <a:t>Click to edit Master title style</a:t>
            </a:r>
          </a:p>
        </p:txBody>
      </p:sp>
      <p:pic>
        <p:nvPicPr>
          <p:cNvPr id="10" name="Google Shape;19;p4" title="NCAR-Logo-Blue.png">
            <a:extLst>
              <a:ext uri="{FF2B5EF4-FFF2-40B4-BE49-F238E27FC236}">
                <a16:creationId xmlns:a16="http://schemas.microsoft.com/office/drawing/2014/main" id="{5878C8AA-DB45-5ED2-CCA1-9D047E6C768C}"/>
              </a:ext>
            </a:extLst>
          </p:cNvPr>
          <p:cNvPicPr preferRelativeResize="0">
            <a:picLocks noChangeAspect="1"/>
          </p:cNvPicPr>
          <p:nvPr userDrawn="1"/>
        </p:nvPicPr>
        <p:blipFill>
          <a:blip r:embed="rId11">
            <a:alphaModFix/>
          </a:blip>
          <a:stretch>
            <a:fillRect/>
          </a:stretch>
        </p:blipFill>
        <p:spPr>
          <a:xfrm>
            <a:off x="9909884" y="-10841"/>
            <a:ext cx="2279349" cy="595196"/>
          </a:xfrm>
          <a:prstGeom prst="rect">
            <a:avLst/>
          </a:prstGeom>
          <a:noFill/>
          <a:ln>
            <a:noFill/>
          </a:ln>
        </p:spPr>
      </p:pic>
      <p:sp>
        <p:nvSpPr>
          <p:cNvPr id="15" name="Rectangle 14">
            <a:extLst>
              <a:ext uri="{FF2B5EF4-FFF2-40B4-BE49-F238E27FC236}">
                <a16:creationId xmlns:a16="http://schemas.microsoft.com/office/drawing/2014/main" id="{9F3988B7-4F87-A347-6312-542509313FD0}"/>
              </a:ext>
            </a:extLst>
          </p:cNvPr>
          <p:cNvSpPr/>
          <p:nvPr userDrawn="1"/>
        </p:nvSpPr>
        <p:spPr>
          <a:xfrm>
            <a:off x="13014" y="11151"/>
            <a:ext cx="118872" cy="4572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EF929A09-8FDF-C271-0049-7621BF8B74F3}"/>
              </a:ext>
            </a:extLst>
          </p:cNvPr>
          <p:cNvCxnSpPr>
            <a:cxnSpLocks/>
          </p:cNvCxnSpPr>
          <p:nvPr userDrawn="1"/>
        </p:nvCxnSpPr>
        <p:spPr>
          <a:xfrm>
            <a:off x="381000" y="501804"/>
            <a:ext cx="9528884" cy="0"/>
          </a:xfrm>
          <a:prstGeom prst="line">
            <a:avLst/>
          </a:prstGeom>
          <a:ln>
            <a:solidFill>
              <a:schemeClr val="tx1">
                <a:lumMod val="50000"/>
              </a:schemeClr>
            </a:solidFill>
          </a:ln>
        </p:spPr>
        <p:style>
          <a:lnRef idx="1">
            <a:schemeClr val="accent6"/>
          </a:lnRef>
          <a:fillRef idx="0">
            <a:schemeClr val="accent6"/>
          </a:fillRef>
          <a:effectRef idx="0">
            <a:schemeClr val="accent6"/>
          </a:effectRef>
          <a:fontRef idx="minor">
            <a:schemeClr val="tx1"/>
          </a:fontRef>
        </p:style>
      </p:cxnSp>
      <p:cxnSp>
        <p:nvCxnSpPr>
          <p:cNvPr id="19" name="Google Shape;39;p7">
            <a:extLst>
              <a:ext uri="{FF2B5EF4-FFF2-40B4-BE49-F238E27FC236}">
                <a16:creationId xmlns:a16="http://schemas.microsoft.com/office/drawing/2014/main" id="{6E7B69E4-A190-173D-EE5A-B194E1283F41}"/>
              </a:ext>
            </a:extLst>
          </p:cNvPr>
          <p:cNvCxnSpPr>
            <a:cxnSpLocks/>
          </p:cNvCxnSpPr>
          <p:nvPr userDrawn="1"/>
        </p:nvCxnSpPr>
        <p:spPr>
          <a:xfrm>
            <a:off x="512955" y="6566438"/>
            <a:ext cx="0" cy="150000"/>
          </a:xfrm>
          <a:prstGeom prst="straightConnector1">
            <a:avLst/>
          </a:prstGeom>
          <a:noFill/>
          <a:ln w="12700" cap="flat" cmpd="sng">
            <a:solidFill>
              <a:schemeClr val="dk1"/>
            </a:solidFill>
            <a:prstDash val="solid"/>
            <a:round/>
            <a:headEnd type="none" w="med" len="med"/>
            <a:tailEnd type="none" w="med" len="med"/>
          </a:ln>
        </p:spPr>
      </p:cxnSp>
      <p:pic>
        <p:nvPicPr>
          <p:cNvPr id="27" name="Picture 26">
            <a:extLst>
              <a:ext uri="{FF2B5EF4-FFF2-40B4-BE49-F238E27FC236}">
                <a16:creationId xmlns:a16="http://schemas.microsoft.com/office/drawing/2014/main" id="{D713502E-6FCA-D6D2-39D2-10D0855A1E74}"/>
              </a:ext>
            </a:extLst>
          </p:cNvPr>
          <p:cNvPicPr>
            <a:picLocks noChangeAspect="1"/>
          </p:cNvPicPr>
          <p:nvPr userDrawn="1"/>
        </p:nvPicPr>
        <p:blipFill>
          <a:blip r:embed="rId12"/>
          <a:stretch>
            <a:fillRect/>
          </a:stretch>
        </p:blipFill>
        <p:spPr>
          <a:xfrm rot="5400000" flipV="1">
            <a:off x="5124526" y="2394238"/>
            <a:ext cx="6857690" cy="2047531"/>
          </a:xfrm>
          <a:prstGeom prst="rect">
            <a:avLst/>
          </a:prstGeom>
        </p:spPr>
      </p:pic>
      <p:sp>
        <p:nvSpPr>
          <p:cNvPr id="5" name="Date Placeholder 4">
            <a:extLst>
              <a:ext uri="{FF2B5EF4-FFF2-40B4-BE49-F238E27FC236}">
                <a16:creationId xmlns:a16="http://schemas.microsoft.com/office/drawing/2014/main" id="{23F364EA-80EE-8FD2-A19F-409B01A60FB4}"/>
              </a:ext>
            </a:extLst>
          </p:cNvPr>
          <p:cNvSpPr>
            <a:spLocks noGrp="1"/>
          </p:cNvSpPr>
          <p:nvPr>
            <p:ph type="dt" sz="half" idx="2"/>
          </p:nvPr>
        </p:nvSpPr>
        <p:spPr>
          <a:xfrm>
            <a:off x="10436086" y="6556499"/>
            <a:ext cx="1374913" cy="182799"/>
          </a:xfrm>
          <a:prstGeom prst="rect">
            <a:avLst/>
          </a:prstGeom>
        </p:spPr>
        <p:txBody>
          <a:bodyPr vert="horz" lIns="91440" tIns="45720" rIns="91440" bIns="45720" rtlCol="0" anchor="ctr"/>
          <a:lstStyle>
            <a:lvl1pPr algn="r">
              <a:defRPr sz="1200" baseline="0">
                <a:solidFill>
                  <a:schemeClr val="tx1"/>
                </a:solidFill>
              </a:defRPr>
            </a:lvl1pPr>
          </a:lstStyle>
          <a:p>
            <a:pPr algn="r"/>
            <a:fld id="{34459720-2A4C-D342-9515-00AC0588A96C}" type="datetimeFigureOut">
              <a:rPr lang="en-US" smtClean="0"/>
              <a:pPr algn="r"/>
              <a:t>4/30/26</a:t>
            </a:fld>
            <a:endParaRPr lang="en-US" dirty="0"/>
          </a:p>
        </p:txBody>
      </p:sp>
      <p:sp>
        <p:nvSpPr>
          <p:cNvPr id="4" name="Footer Placeholder 6">
            <a:extLst>
              <a:ext uri="{FF2B5EF4-FFF2-40B4-BE49-F238E27FC236}">
                <a16:creationId xmlns:a16="http://schemas.microsoft.com/office/drawing/2014/main" id="{C3EDFC53-4628-443B-C420-419022E1866B}"/>
              </a:ext>
            </a:extLst>
          </p:cNvPr>
          <p:cNvSpPr>
            <a:spLocks noGrp="1"/>
          </p:cNvSpPr>
          <p:nvPr>
            <p:ph type="ftr" sz="quarter" idx="3"/>
          </p:nvPr>
        </p:nvSpPr>
        <p:spPr>
          <a:xfrm>
            <a:off x="555265" y="6556499"/>
            <a:ext cx="4114800" cy="182799"/>
          </a:xfrm>
          <a:prstGeom prst="rect">
            <a:avLst/>
          </a:prstGeom>
        </p:spPr>
        <p:txBody>
          <a:bodyPr vert="horz" lIns="91440" tIns="45720" rIns="91440" bIns="45720" rtlCol="0" anchor="ctr"/>
          <a:lstStyle>
            <a:lvl1pPr algn="l">
              <a:defRPr sz="1200" baseline="0">
                <a:solidFill>
                  <a:schemeClr val="tx1"/>
                </a:solidFill>
              </a:defRPr>
            </a:lvl1pPr>
          </a:lstStyle>
          <a:p>
            <a:pPr algn="l"/>
            <a:endParaRPr lang="en-US" dirty="0"/>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58" r:id="rId1"/>
    <p:sldLayoutId id="2147483654" r:id="rId2"/>
    <p:sldLayoutId id="2147483671" r:id="rId3"/>
    <p:sldLayoutId id="2147483650" r:id="rId4"/>
    <p:sldLayoutId id="2147483651" r:id="rId5"/>
    <p:sldLayoutId id="2147483652" r:id="rId6"/>
    <p:sldLayoutId id="2147483653" r:id="rId7"/>
    <p:sldLayoutId id="2147483656" r:id="rId8"/>
    <p:sldLayoutId id="2147483657" r:id="rId9"/>
  </p:sldLayoutIdLst>
  <p:hf hdr="0" ftr="0"/>
  <p:txStyles>
    <p:titleStyle>
      <a:lvl1pPr algn="l" defTabSz="457189" rtl="0" eaLnBrk="1" latinLnBrk="0" hangingPunct="1">
        <a:spcBef>
          <a:spcPct val="0"/>
        </a:spcBef>
        <a:buNone/>
        <a:defRPr sz="2800" b="1" kern="1200" baseline="0">
          <a:solidFill>
            <a:schemeClr val="tx1"/>
          </a:solidFill>
          <a:latin typeface="+mj-lt"/>
          <a:ea typeface="+mj-ea"/>
          <a:cs typeface="+mj-cs"/>
        </a:defRPr>
      </a:lvl1pPr>
    </p:titleStyle>
    <p:bodyStyle>
      <a:lvl1pPr marL="228600" indent="-228600" algn="l" defTabSz="457189" rtl="0" eaLnBrk="1" latinLnBrk="0" hangingPunct="1">
        <a:lnSpc>
          <a:spcPct val="100000"/>
        </a:lnSpc>
        <a:spcBef>
          <a:spcPts val="1000"/>
        </a:spcBef>
        <a:buFont typeface="Arial" panose="020B0604020202020204" pitchFamily="34" charset="0"/>
        <a:buChar char="•"/>
        <a:defRPr sz="2000" b="0" kern="1200" baseline="0">
          <a:solidFill>
            <a:schemeClr val="tx1"/>
          </a:solidFill>
          <a:latin typeface="Poppins" pitchFamily="2" charset="77"/>
          <a:ea typeface="+mn-ea"/>
          <a:cs typeface="+mn-cs"/>
        </a:defRPr>
      </a:lvl1pPr>
      <a:lvl2pPr marL="457200" indent="-228600" algn="l" defTabSz="457189" rtl="0" eaLnBrk="1" latinLnBrk="0" hangingPunct="1">
        <a:lnSpc>
          <a:spcPct val="100000"/>
        </a:lnSpc>
        <a:spcBef>
          <a:spcPts val="500"/>
        </a:spcBef>
        <a:buFont typeface="Wingdings" pitchFamily="2" charset="2"/>
        <a:buChar char="§"/>
        <a:defRPr sz="1800" kern="1200" baseline="0">
          <a:solidFill>
            <a:schemeClr val="tx1"/>
          </a:solidFill>
          <a:latin typeface="Poppins" pitchFamily="2" charset="77"/>
          <a:ea typeface="+mn-ea"/>
          <a:cs typeface="+mn-cs"/>
        </a:defRPr>
      </a:lvl2pPr>
      <a:lvl3pPr marL="914400" indent="-228600" algn="l" defTabSz="457189" rtl="0" eaLnBrk="1" latinLnBrk="0" hangingPunct="1">
        <a:lnSpc>
          <a:spcPct val="100000"/>
        </a:lnSpc>
        <a:spcBef>
          <a:spcPct val="20000"/>
        </a:spcBef>
        <a:buFont typeface="Courier New" panose="02070309020205020404" pitchFamily="49" charset="0"/>
        <a:buChar char="o"/>
        <a:defRPr sz="1600" kern="1200" baseline="0">
          <a:solidFill>
            <a:schemeClr val="tx1"/>
          </a:solidFill>
          <a:latin typeface="Poppins" pitchFamily="2" charset="77"/>
          <a:ea typeface="+mn-ea"/>
          <a:cs typeface="+mn-cs"/>
        </a:defRPr>
      </a:lvl3pPr>
      <a:lvl4pPr marL="1371600" indent="-228600" algn="l" defTabSz="457189" rtl="0" eaLnBrk="1" latinLnBrk="0" hangingPunct="1">
        <a:lnSpc>
          <a:spcPct val="100000"/>
        </a:lnSpc>
        <a:spcBef>
          <a:spcPct val="20000"/>
        </a:spcBef>
        <a:buFont typeface="Arial"/>
        <a:buChar char="–"/>
        <a:defRPr sz="1400" kern="1200" baseline="0">
          <a:solidFill>
            <a:schemeClr val="tx1"/>
          </a:solidFill>
          <a:latin typeface="Poppins" pitchFamily="2" charset="77"/>
          <a:ea typeface="+mn-ea"/>
          <a:cs typeface="+mn-cs"/>
        </a:defRPr>
      </a:lvl4pPr>
      <a:lvl5pPr marL="1828800" indent="-228600" algn="l" defTabSz="457189" rtl="0" eaLnBrk="1" latinLnBrk="0" hangingPunct="1">
        <a:lnSpc>
          <a:spcPct val="100000"/>
        </a:lnSpc>
        <a:spcBef>
          <a:spcPct val="20000"/>
        </a:spcBef>
        <a:buFont typeface="Arial"/>
        <a:buChar char="»"/>
        <a:defRPr sz="1200" kern="1200" baseline="0">
          <a:solidFill>
            <a:schemeClr val="tx1"/>
          </a:solidFill>
          <a:latin typeface="Poppins" pitchFamily="2" charset="77"/>
          <a:ea typeface="+mn-ea"/>
          <a:cs typeface="+mn-cs"/>
        </a:defRPr>
      </a:lvl5pPr>
      <a:lvl6pPr marL="2743131" indent="-457189" algn="l" defTabSz="457189" rtl="0" eaLnBrk="1" latinLnBrk="0" hangingPunct="1">
        <a:spcBef>
          <a:spcPct val="20000"/>
        </a:spcBef>
        <a:buFont typeface="Arial"/>
        <a:buChar char="•"/>
        <a:defRPr sz="1200" kern="1200">
          <a:solidFill>
            <a:schemeClr val="tx1"/>
          </a:solidFill>
          <a:latin typeface="+mn-lt"/>
          <a:ea typeface="+mn-ea"/>
          <a:cs typeface="+mn-cs"/>
        </a:defRPr>
      </a:lvl6pPr>
      <a:lvl7pPr marL="3200320" indent="-457189" algn="l" defTabSz="457189" rtl="0" eaLnBrk="1" latinLnBrk="0" hangingPunct="1">
        <a:spcBef>
          <a:spcPct val="20000"/>
        </a:spcBef>
        <a:buFont typeface="Arial"/>
        <a:buChar char="•"/>
        <a:defRPr sz="1200" kern="1200">
          <a:solidFill>
            <a:schemeClr val="tx1"/>
          </a:solidFill>
          <a:latin typeface="+mn-lt"/>
          <a:ea typeface="+mn-ea"/>
          <a:cs typeface="+mn-cs"/>
        </a:defRPr>
      </a:lvl7pPr>
      <a:lvl8pPr marL="3657509" indent="-457189" algn="l" defTabSz="457189" rtl="0" eaLnBrk="1" latinLnBrk="0" hangingPunct="1">
        <a:spcBef>
          <a:spcPct val="20000"/>
        </a:spcBef>
        <a:buFont typeface="Arial"/>
        <a:buChar char="•"/>
        <a:defRPr sz="1200" kern="1200">
          <a:solidFill>
            <a:schemeClr val="tx1"/>
          </a:solidFill>
          <a:latin typeface="+mn-lt"/>
          <a:ea typeface="+mn-ea"/>
          <a:cs typeface="+mn-cs"/>
        </a:defRPr>
      </a:lvl8pPr>
      <a:lvl9pPr marL="4114697" indent="-457189" algn="l" defTabSz="457189" rtl="0" eaLnBrk="1" latinLnBrk="0" hangingPunct="1">
        <a:spcBef>
          <a:spcPct val="20000"/>
        </a:spcBef>
        <a:buFont typeface="Arial"/>
        <a:buChar char="•"/>
        <a:defRPr sz="12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07A675D-01D0-DD4C-5F6E-1DA05F611123}"/>
              </a:ext>
            </a:extLst>
          </p:cNvPr>
          <p:cNvSpPr>
            <a:spLocks noGrp="1"/>
          </p:cNvSpPr>
          <p:nvPr>
            <p:ph type="sldNum" idx="4"/>
          </p:nvPr>
        </p:nvSpPr>
        <p:spPr>
          <a:xfrm>
            <a:off x="11409045" y="6333135"/>
            <a:ext cx="731600" cy="524800"/>
          </a:xfrm>
          <a:prstGeom prst="rect">
            <a:avLst/>
          </a:prstGeom>
        </p:spPr>
        <p:txBody>
          <a:bodyPr/>
          <a:lstStyle/>
          <a:p>
            <a:fld id="{C5EF2332-01BF-834F-8236-50238282D533}" type="slidenum">
              <a:rPr lang="en-US" smtClean="0"/>
              <a:t>1</a:t>
            </a:fld>
            <a:endParaRPr lang="en-US"/>
          </a:p>
        </p:txBody>
      </p:sp>
      <p:sp>
        <p:nvSpPr>
          <p:cNvPr id="6" name="Google Shape;87;p13">
            <a:extLst>
              <a:ext uri="{FF2B5EF4-FFF2-40B4-BE49-F238E27FC236}">
                <a16:creationId xmlns:a16="http://schemas.microsoft.com/office/drawing/2014/main" id="{0D720EB8-2D4B-3F10-ACFC-E726EA794C6A}"/>
              </a:ext>
            </a:extLst>
          </p:cNvPr>
          <p:cNvSpPr/>
          <p:nvPr/>
        </p:nvSpPr>
        <p:spPr>
          <a:xfrm>
            <a:off x="0" y="3624956"/>
            <a:ext cx="155400" cy="15564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a:ea typeface="Poppins"/>
              <a:cs typeface="Poppins"/>
              <a:sym typeface="Poppins"/>
            </a:endParaRPr>
          </a:p>
        </p:txBody>
      </p:sp>
      <p:sp>
        <p:nvSpPr>
          <p:cNvPr id="7" name="Google Shape;88;p13">
            <a:extLst>
              <a:ext uri="{FF2B5EF4-FFF2-40B4-BE49-F238E27FC236}">
                <a16:creationId xmlns:a16="http://schemas.microsoft.com/office/drawing/2014/main" id="{596C5206-B323-6404-16D8-21DB74188FFA}"/>
              </a:ext>
            </a:extLst>
          </p:cNvPr>
          <p:cNvSpPr txBox="1"/>
          <p:nvPr/>
        </p:nvSpPr>
        <p:spPr>
          <a:xfrm>
            <a:off x="691025" y="2928056"/>
            <a:ext cx="3886200" cy="2950500"/>
          </a:xfrm>
          <a:prstGeom prst="rect">
            <a:avLst/>
          </a:prstGeom>
          <a:noFill/>
          <a:ln>
            <a:noFill/>
          </a:ln>
        </p:spPr>
        <p:txBody>
          <a:bodyPr spcFirstLastPara="1" wrap="square" lIns="0" tIns="0" rIns="0" bIns="0" anchor="ctr" anchorCtr="0">
            <a:noAutofit/>
          </a:bodyPr>
          <a:lstStyle/>
          <a:p>
            <a:pPr marL="0" lvl="0" indent="0" algn="l" rtl="0">
              <a:lnSpc>
                <a:spcPct val="95000"/>
              </a:lnSpc>
              <a:spcBef>
                <a:spcPts val="700"/>
              </a:spcBef>
              <a:spcAft>
                <a:spcPts val="0"/>
              </a:spcAft>
              <a:buNone/>
            </a:pPr>
            <a:r>
              <a:rPr lang="en" sz="2800" b="1" dirty="0">
                <a:solidFill>
                  <a:schemeClr val="dk1"/>
                </a:solidFill>
                <a:latin typeface="Poppins"/>
                <a:ea typeface="Poppins"/>
                <a:cs typeface="Poppins"/>
                <a:sym typeface="Poppins"/>
              </a:rPr>
              <a:t>Shorter title and cover content lorem sit ipsum</a:t>
            </a:r>
            <a:endParaRPr sz="1600" b="1" dirty="0">
              <a:solidFill>
                <a:schemeClr val="dk1"/>
              </a:solidFill>
              <a:latin typeface="Poppins"/>
              <a:ea typeface="Poppins"/>
              <a:cs typeface="Poppins"/>
              <a:sym typeface="Poppins"/>
            </a:endParaRPr>
          </a:p>
          <a:p>
            <a:pPr marL="0" lvl="0" indent="0" algn="l" rtl="0">
              <a:spcBef>
                <a:spcPts val="0"/>
              </a:spcBef>
              <a:spcAft>
                <a:spcPts val="0"/>
              </a:spcAft>
              <a:buNone/>
            </a:pPr>
            <a:endParaRPr sz="1600" b="1" dirty="0">
              <a:solidFill>
                <a:schemeClr val="dk1"/>
              </a:solidFill>
              <a:latin typeface="Poppins"/>
              <a:ea typeface="Poppins"/>
              <a:cs typeface="Poppins"/>
              <a:sym typeface="Poppins"/>
            </a:endParaRPr>
          </a:p>
          <a:p>
            <a:pPr marL="0" lvl="0" indent="0" algn="l" rtl="0">
              <a:spcBef>
                <a:spcPts val="0"/>
              </a:spcBef>
              <a:spcAft>
                <a:spcPts val="0"/>
              </a:spcAft>
              <a:buNone/>
            </a:pPr>
            <a:endParaRPr sz="1600" b="1" dirty="0">
              <a:solidFill>
                <a:schemeClr val="dk1"/>
              </a:solidFill>
              <a:latin typeface="Poppins"/>
              <a:ea typeface="Poppins"/>
              <a:cs typeface="Poppins"/>
              <a:sym typeface="Poppins"/>
            </a:endParaRPr>
          </a:p>
          <a:p>
            <a:pPr marL="0" lvl="0" indent="0" algn="l" rtl="0">
              <a:spcBef>
                <a:spcPts val="0"/>
              </a:spcBef>
              <a:spcAft>
                <a:spcPts val="0"/>
              </a:spcAft>
              <a:buNone/>
            </a:pPr>
            <a:r>
              <a:rPr lang="en" sz="1600" b="1" dirty="0">
                <a:solidFill>
                  <a:schemeClr val="dk1"/>
                </a:solidFill>
                <a:latin typeface="Poppins"/>
                <a:ea typeface="Poppins"/>
                <a:cs typeface="Poppins"/>
                <a:sym typeface="Poppins"/>
              </a:rPr>
              <a:t>Presenter Name(s) Here</a:t>
            </a:r>
            <a:endParaRPr sz="1600" b="1" dirty="0">
              <a:solidFill>
                <a:schemeClr val="dk1"/>
              </a:solidFill>
              <a:latin typeface="Poppins"/>
              <a:ea typeface="Poppins"/>
              <a:cs typeface="Poppins"/>
              <a:sym typeface="Poppins"/>
            </a:endParaRPr>
          </a:p>
          <a:p>
            <a:pPr marL="0" lvl="0" indent="0" algn="l" rtl="0">
              <a:spcBef>
                <a:spcPts val="0"/>
              </a:spcBef>
              <a:spcAft>
                <a:spcPts val="500"/>
              </a:spcAft>
              <a:buNone/>
            </a:pPr>
            <a:r>
              <a:rPr lang="en" sz="1600" dirty="0">
                <a:solidFill>
                  <a:schemeClr val="dk1"/>
                </a:solidFill>
                <a:latin typeface="Poppins"/>
                <a:ea typeface="Poppins"/>
                <a:cs typeface="Poppins"/>
                <a:sym typeface="Poppins"/>
              </a:rPr>
              <a:t>Presenter Title </a:t>
            </a:r>
            <a:r>
              <a:rPr lang="en" sz="1600" dirty="0" err="1">
                <a:solidFill>
                  <a:schemeClr val="dk1"/>
                </a:solidFill>
                <a:latin typeface="Poppins"/>
                <a:ea typeface="Poppins"/>
                <a:cs typeface="Poppins"/>
                <a:sym typeface="Poppins"/>
              </a:rPr>
              <a:t>nonummy</a:t>
            </a:r>
            <a:r>
              <a:rPr lang="en" sz="1600" dirty="0">
                <a:solidFill>
                  <a:schemeClr val="dk1"/>
                </a:solidFill>
                <a:latin typeface="Poppins"/>
                <a:ea typeface="Poppins"/>
                <a:cs typeface="Poppins"/>
                <a:sym typeface="Poppins"/>
              </a:rPr>
              <a:t> </a:t>
            </a:r>
            <a:r>
              <a:rPr lang="en" sz="1600" dirty="0" err="1">
                <a:solidFill>
                  <a:schemeClr val="dk1"/>
                </a:solidFill>
                <a:latin typeface="Poppins"/>
                <a:ea typeface="Poppins"/>
                <a:cs typeface="Poppins"/>
                <a:sym typeface="Poppins"/>
              </a:rPr>
              <a:t>cilum</a:t>
            </a:r>
            <a:r>
              <a:rPr lang="en" sz="1600" dirty="0">
                <a:solidFill>
                  <a:schemeClr val="dk1"/>
                </a:solidFill>
                <a:latin typeface="Poppins"/>
                <a:ea typeface="Poppins"/>
                <a:cs typeface="Poppins"/>
                <a:sym typeface="Poppins"/>
              </a:rPr>
              <a:t> </a:t>
            </a:r>
            <a:r>
              <a:rPr lang="en" sz="1600" dirty="0" err="1">
                <a:solidFill>
                  <a:schemeClr val="dk1"/>
                </a:solidFill>
                <a:latin typeface="Poppins"/>
                <a:ea typeface="Poppins"/>
                <a:cs typeface="Poppins"/>
                <a:sym typeface="Poppins"/>
              </a:rPr>
              <a:t>ut</a:t>
            </a:r>
            <a:r>
              <a:rPr lang="en" sz="1600" dirty="0">
                <a:solidFill>
                  <a:schemeClr val="dk1"/>
                </a:solidFill>
                <a:latin typeface="Poppins"/>
                <a:ea typeface="Poppins"/>
                <a:cs typeface="Poppins"/>
                <a:sym typeface="Poppins"/>
              </a:rPr>
              <a:t> labore</a:t>
            </a:r>
            <a:endParaRPr dirty="0">
              <a:solidFill>
                <a:schemeClr val="dk1"/>
              </a:solidFill>
              <a:latin typeface="Poppins"/>
              <a:ea typeface="Poppins"/>
              <a:cs typeface="Poppins"/>
              <a:sym typeface="Poppins"/>
            </a:endParaRPr>
          </a:p>
        </p:txBody>
      </p:sp>
      <p:cxnSp>
        <p:nvCxnSpPr>
          <p:cNvPr id="10" name="Google Shape;89;p13">
            <a:extLst>
              <a:ext uri="{FF2B5EF4-FFF2-40B4-BE49-F238E27FC236}">
                <a16:creationId xmlns:a16="http://schemas.microsoft.com/office/drawing/2014/main" id="{73E36900-1E4E-63A1-1871-2D2A7010F0E4}"/>
              </a:ext>
            </a:extLst>
          </p:cNvPr>
          <p:cNvCxnSpPr/>
          <p:nvPr/>
        </p:nvCxnSpPr>
        <p:spPr>
          <a:xfrm>
            <a:off x="691024" y="4694140"/>
            <a:ext cx="603900" cy="0"/>
          </a:xfrm>
          <a:prstGeom prst="straightConnector1">
            <a:avLst/>
          </a:prstGeom>
          <a:noFill/>
          <a:ln w="28575" cap="flat" cmpd="sng">
            <a:solidFill>
              <a:schemeClr val="accent1"/>
            </a:solidFill>
            <a:prstDash val="solid"/>
            <a:round/>
            <a:headEnd type="none" w="med" len="med"/>
            <a:tailEnd type="none" w="med" len="med"/>
          </a:ln>
        </p:spPr>
      </p:cxnSp>
    </p:spTree>
    <p:extLst>
      <p:ext uri="{BB962C8B-B14F-4D97-AF65-F5344CB8AC3E}">
        <p14:creationId xmlns:p14="http://schemas.microsoft.com/office/powerpoint/2010/main" val="32586115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CCCC822-28CF-6D5E-AF56-499D36CA079C}"/>
              </a:ext>
            </a:extLst>
          </p:cNvPr>
          <p:cNvSpPr>
            <a:spLocks noGrp="1"/>
          </p:cNvSpPr>
          <p:nvPr>
            <p:ph idx="1"/>
          </p:nvPr>
        </p:nvSpPr>
        <p:spPr/>
        <p:txBody>
          <a:bodyPr/>
          <a:lstStyle/>
          <a:p>
            <a:endParaRPr lang="en-US" dirty="0"/>
          </a:p>
        </p:txBody>
      </p:sp>
      <p:sp>
        <p:nvSpPr>
          <p:cNvPr id="3" name="Title 2">
            <a:extLst>
              <a:ext uri="{FF2B5EF4-FFF2-40B4-BE49-F238E27FC236}">
                <a16:creationId xmlns:a16="http://schemas.microsoft.com/office/drawing/2014/main" id="{195F48F4-D1DD-B2ED-F838-7C40252CF4A4}"/>
              </a:ext>
            </a:extLst>
          </p:cNvPr>
          <p:cNvSpPr>
            <a:spLocks noGrp="1"/>
          </p:cNvSpPr>
          <p:nvPr>
            <p:ph type="title"/>
          </p:nvPr>
        </p:nvSpPr>
        <p:spPr/>
        <p:txBody>
          <a:bodyPr/>
          <a:lstStyle/>
          <a:p>
            <a:endParaRPr lang="en-US" dirty="0"/>
          </a:p>
        </p:txBody>
      </p:sp>
      <p:sp>
        <p:nvSpPr>
          <p:cNvPr id="4" name="Slide Number Placeholder 3">
            <a:extLst>
              <a:ext uri="{FF2B5EF4-FFF2-40B4-BE49-F238E27FC236}">
                <a16:creationId xmlns:a16="http://schemas.microsoft.com/office/drawing/2014/main" id="{07BEB894-8135-A0C4-B809-0D7C441C2A34}"/>
              </a:ext>
            </a:extLst>
          </p:cNvPr>
          <p:cNvSpPr>
            <a:spLocks noGrp="1"/>
          </p:cNvSpPr>
          <p:nvPr>
            <p:ph type="sldNum" sz="quarter" idx="4"/>
          </p:nvPr>
        </p:nvSpPr>
        <p:spPr/>
        <p:txBody>
          <a:bodyPr/>
          <a:lstStyle/>
          <a:p>
            <a:fld id="{C5EF2332-01BF-834F-8236-50238282D533}" type="slidenum">
              <a:rPr lang="en-US" smtClean="0"/>
              <a:pPr/>
              <a:t>2</a:t>
            </a:fld>
            <a:endParaRPr lang="en-US" dirty="0">
              <a:solidFill>
                <a:schemeClr val="tx1"/>
              </a:solidFill>
            </a:endParaRPr>
          </a:p>
        </p:txBody>
      </p:sp>
    </p:spTree>
    <p:extLst>
      <p:ext uri="{BB962C8B-B14F-4D97-AF65-F5344CB8AC3E}">
        <p14:creationId xmlns:p14="http://schemas.microsoft.com/office/powerpoint/2010/main" val="2851739403"/>
      </p:ext>
    </p:extLst>
  </p:cSld>
  <p:clrMapOvr>
    <a:masterClrMapping/>
  </p:clrMapOvr>
</p:sld>
</file>

<file path=ppt/theme/theme1.xml><?xml version="1.0" encoding="utf-8"?>
<a:theme xmlns:a="http://schemas.openxmlformats.org/drawingml/2006/main" name="NCAR Theme">
  <a:themeElements>
    <a:clrScheme name="NCAR_UCAR_Colors_2026">
      <a:dk1>
        <a:srgbClr val="00357A"/>
      </a:dk1>
      <a:lt1>
        <a:srgbClr val="FFFFFF"/>
      </a:lt1>
      <a:dk2>
        <a:srgbClr val="0057C2"/>
      </a:dk2>
      <a:lt2>
        <a:srgbClr val="F1F0EE"/>
      </a:lt2>
      <a:accent1>
        <a:srgbClr val="42C0FF"/>
      </a:accent1>
      <a:accent2>
        <a:srgbClr val="971B21"/>
      </a:accent2>
      <a:accent3>
        <a:srgbClr val="E81D25"/>
      </a:accent3>
      <a:accent4>
        <a:srgbClr val="FAA119"/>
      </a:accent4>
      <a:accent5>
        <a:srgbClr val="FDD509"/>
      </a:accent5>
      <a:accent6>
        <a:srgbClr val="FBE99C"/>
      </a:accent6>
      <a:hlink>
        <a:srgbClr val="0092DB"/>
      </a:hlink>
      <a:folHlink>
        <a:srgbClr val="0097A7"/>
      </a:folHlink>
    </a:clrScheme>
    <a:fontScheme name="Poppins">
      <a:majorFont>
        <a:latin typeface="Poppins"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oppins"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651</TotalTime>
  <Words>22</Words>
  <Application>Microsoft Macintosh PowerPoint</Application>
  <PresentationFormat>Widescreen</PresentationFormat>
  <Paragraphs>7</Paragraphs>
  <Slides>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Poppins</vt:lpstr>
      <vt:lpstr>Courier New</vt:lpstr>
      <vt:lpstr>Arial</vt:lpstr>
      <vt:lpstr>Calibri</vt:lpstr>
      <vt:lpstr>Wingdings</vt:lpstr>
      <vt:lpstr>NCAR Theme</vt:lpstr>
      <vt:lpstr>PowerPoint Presentation</vt:lpstr>
      <vt:lpstr>PowerPoint Presentation</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Office Theme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keywords/>
  <cp:lastModifiedBy>Ben Kirk</cp:lastModifiedBy>
  <cp:revision>76</cp:revision>
  <dcterms:created xsi:type="dcterms:W3CDTF">2024-02-22T20:20:40Z</dcterms:created>
  <dcterms:modified xsi:type="dcterms:W3CDTF">2026-04-30T18:18:44Z</dcterms:modified>
</cp:coreProperties>
</file>